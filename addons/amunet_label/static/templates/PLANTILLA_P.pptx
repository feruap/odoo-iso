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308" r:id="rId2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embeddedFontLst>
    <p:embeddedFont>
      <p:font typeface="Kollektif"/>
      <p:regular r:id="rId8"/>
      <p:bold r:id="rId9"/>
      <p:italic r:id="rId10"/>
      <p:boldItalic r:id="rId11"/>
    </p:embeddedFont>
    <p:embeddedFont>
      <p:font typeface="Now"/>
      <p:regular r:id="rId12"/>
      <p:bold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D5F8-7886-481A-93B2-8AEFCAC79255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C2715-8E7E-4085-A6D1-F06AC3C2FD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224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5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31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623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333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60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149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449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368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24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73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9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35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7833-0EC3-095A-F52D-D37C935E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C24A7CDF-BC72-5F6F-E544-C9DA31A3F69D}"/>
              </a:ext>
            </a:extLst>
          </p:cNvPr>
          <p:cNvSpPr/>
          <p:nvPr/>
        </p:nvSpPr>
        <p:spPr>
          <a:xfrm>
            <a:off x="175845" y="211014"/>
            <a:ext cx="9720000" cy="15120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373505E-B83E-A6D4-0B5A-459F7C182696}"/>
              </a:ext>
            </a:extLst>
          </p:cNvPr>
          <p:cNvGrpSpPr/>
          <p:nvPr/>
        </p:nvGrpSpPr>
        <p:grpSpPr>
          <a:xfrm>
            <a:off x="184192" y="211014"/>
            <a:ext cx="3229118" cy="2484000"/>
            <a:chOff x="185112" y="394068"/>
            <a:chExt cx="3229118" cy="2484000"/>
          </a:xfrm>
        </p:grpSpPr>
        <p:grpSp>
          <p:nvGrpSpPr>
            <p:cNvPr id="3" name="Grupo 3500">
              <a:extLst>
                <a:ext uri="{FF2B5EF4-FFF2-40B4-BE49-F238E27FC236}">
                  <a16:creationId xmlns:a16="http://schemas.microsoft.com/office/drawing/2014/main" id="{56DD3A3F-D57E-2510-7D24-C36605D445BD}"/>
                </a:ext>
              </a:extLst>
            </p:cNvPr>
            <p:cNvGrpSpPr/>
            <p:nvPr/>
          </p:nvGrpSpPr>
          <p:grpSpPr>
            <a:xfrm>
              <a:off x="185112" y="394068"/>
              <a:ext cx="3229118" cy="2484000"/>
              <a:chOff x="182195" y="433899"/>
              <a:chExt cx="3229118" cy="2484000"/>
            </a:xfrm>
          </p:grpSpPr>
          <p:sp>
            <p:nvSpPr>
              <p:cNvPr id="5" name="Freeform 3">
                <a:extLst>
                  <a:ext uri="{FF2B5EF4-FFF2-40B4-BE49-F238E27FC236}">
                    <a16:creationId xmlns:a16="http://schemas.microsoft.com/office/drawing/2014/main" id="{389003A3-DD48-6781-5F2F-1F2003BC02CB}"/>
                  </a:ext>
                </a:extLst>
              </p:cNvPr>
              <p:cNvSpPr/>
              <p:nvPr/>
            </p:nvSpPr>
            <p:spPr>
              <a:xfrm>
                <a:off x="182195" y="433899"/>
                <a:ext cx="3229118" cy="2484000"/>
              </a:xfrm>
              <a:custGeom>
                <a:avLst/>
                <a:gdLst/>
                <a:ahLst/>
                <a:cxnLst/>
                <a:rect l="l" t="t" r="r" b="b"/>
                <a:pathLst>
                  <a:path w="4305491" h="3379603">
                    <a:moveTo>
                      <a:pt x="0" y="0"/>
                    </a:moveTo>
                    <a:lnTo>
                      <a:pt x="4305491" y="0"/>
                    </a:lnTo>
                    <a:lnTo>
                      <a:pt x="4305491" y="3379603"/>
                    </a:lnTo>
                    <a:lnTo>
                      <a:pt x="0" y="33796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400000"/>
                          </a14:imgEffect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</a:extLst>
                </a:blip>
                <a:stretch>
                  <a:fillRect l="-27638" t="-17541" b="-10104"/>
                </a:stretch>
              </a:blipFill>
              <a:ln w="19050" cap="sq">
                <a:solidFill>
                  <a:srgbClr val="C7C7C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8" name="TextBox 8">
                <a:extLst>
                  <a:ext uri="{FF2B5EF4-FFF2-40B4-BE49-F238E27FC236}">
                    <a16:creationId xmlns:a16="http://schemas.microsoft.com/office/drawing/2014/main" id="{B2C4E9E2-3A13-13B9-8ADB-C37B59A51E8F}"/>
                  </a:ext>
                </a:extLst>
              </p:cNvPr>
              <p:cNvSpPr txBox="1"/>
              <p:nvPr/>
            </p:nvSpPr>
            <p:spPr>
              <a:xfrm>
                <a:off x="712366" y="584355"/>
                <a:ext cx="924617" cy="29392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645"/>
                  </a:lnSpc>
                </a:pPr>
                <a:r>
                  <a:rPr lang="es-MX" sz="1600" spc="36" noProof="0" dirty="0">
                    <a:solidFill>
                      <a:srgbClr val="002060"/>
                    </a:solidFill>
                    <a:latin typeface="Kollektif"/>
                    <a:ea typeface="Kollektif"/>
                    <a:cs typeface="Kollektif"/>
                    <a:sym typeface="Kollektif"/>
                  </a:rPr>
                  <a:t>Contiene:</a:t>
                </a:r>
              </a:p>
            </p:txBody>
          </p:sp>
          <p:sp>
            <p:nvSpPr>
              <p:cNvPr id="19" name="TextBox 15">
                <a:extLst>
                  <a:ext uri="{FF2B5EF4-FFF2-40B4-BE49-F238E27FC236}">
                    <a16:creationId xmlns:a16="http://schemas.microsoft.com/office/drawing/2014/main" id="{EAB9B696-04B5-1802-0409-FDB0A9E31177}"/>
                  </a:ext>
                </a:extLst>
              </p:cNvPr>
              <p:cNvSpPr txBox="1"/>
              <p:nvPr/>
            </p:nvSpPr>
            <p:spPr>
              <a:xfrm>
                <a:off x="345616" y="942096"/>
                <a:ext cx="2932347" cy="98943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MX" sz="1100" spc="4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-{{N}} Pruebas rápidas de {{PRODUCTO}}</a:t>
                </a:r>
              </a:p>
              <a:p>
                <a:pPr>
                  <a:lnSpc>
                    <a:spcPct val="150000"/>
                  </a:lnSpc>
                </a:pPr>
                <a:r>
                  <a:rPr lang="es-MX" sz="1100" spc="4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-{{N}} Goteros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MX" sz="1100" spc="4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-Solución de corrimiento (Buffer)</a:t>
                </a:r>
              </a:p>
              <a:p>
                <a:pPr>
                  <a:lnSpc>
                    <a:spcPct val="150000"/>
                  </a:lnSpc>
                </a:pPr>
                <a:r>
                  <a:rPr lang="es-MX" sz="1100" spc="4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-Instructivo de uso</a:t>
                </a:r>
              </a:p>
            </p:txBody>
          </p:sp>
          <p:grpSp>
            <p:nvGrpSpPr>
              <p:cNvPr id="20" name="Grupo 4692">
                <a:extLst>
                  <a:ext uri="{FF2B5EF4-FFF2-40B4-BE49-F238E27FC236}">
                    <a16:creationId xmlns:a16="http://schemas.microsoft.com/office/drawing/2014/main" id="{49668C56-7CF6-67FD-076F-4B8FFF3A31AA}"/>
                  </a:ext>
                </a:extLst>
              </p:cNvPr>
              <p:cNvGrpSpPr/>
              <p:nvPr/>
            </p:nvGrpSpPr>
            <p:grpSpPr>
              <a:xfrm>
                <a:off x="359281" y="2311246"/>
                <a:ext cx="2899819" cy="319765"/>
                <a:chOff x="371981" y="2108046"/>
                <a:chExt cx="2899819" cy="319765"/>
              </a:xfrm>
            </p:grpSpPr>
            <p:sp>
              <p:nvSpPr>
                <p:cNvPr id="21" name="TextBox 4">
                  <a:extLst>
                    <a:ext uri="{FF2B5EF4-FFF2-40B4-BE49-F238E27FC236}">
                      <a16:creationId xmlns:a16="http://schemas.microsoft.com/office/drawing/2014/main" id="{0C575F86-C77D-D798-CA1B-684722B1DD32}"/>
                    </a:ext>
                  </a:extLst>
                </p:cNvPr>
                <p:cNvSpPr txBox="1"/>
                <p:nvPr/>
              </p:nvSpPr>
              <p:spPr>
                <a:xfrm>
                  <a:off x="1715806" y="2276356"/>
                  <a:ext cx="714136" cy="117020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>
                    <a:lnSpc>
                      <a:spcPts val="896"/>
                    </a:lnSpc>
                  </a:pPr>
                  <a:r>
                    <a:rPr lang="es-MX" sz="900" dirty="0">
                      <a:solidFill>
                        <a:srgbClr val="002060"/>
                      </a:solidFill>
                      <a:latin typeface="Now"/>
                      <a:ea typeface="Now"/>
                      <a:cs typeface="Now"/>
                      <a:sym typeface="Now"/>
                    </a:rPr>
                    <a:t>{{CADUCIDAD}}</a:t>
                  </a:r>
                </a:p>
              </p:txBody>
            </p:sp>
            <p:grpSp>
              <p:nvGrpSpPr>
                <p:cNvPr id="22" name="Group 5">
                  <a:extLst>
                    <a:ext uri="{FF2B5EF4-FFF2-40B4-BE49-F238E27FC236}">
                      <a16:creationId xmlns:a16="http://schemas.microsoft.com/office/drawing/2014/main" id="{C5B75F54-2637-AA65-E346-29518586DD45}"/>
                    </a:ext>
                  </a:extLst>
                </p:cNvPr>
                <p:cNvGrpSpPr/>
                <p:nvPr/>
              </p:nvGrpSpPr>
              <p:grpSpPr>
                <a:xfrm>
                  <a:off x="2362212" y="2108046"/>
                  <a:ext cx="327126" cy="310250"/>
                  <a:chOff x="-5162" y="-19050"/>
                  <a:chExt cx="65229" cy="61863"/>
                </a:xfrm>
              </p:grpSpPr>
              <p:sp>
                <p:nvSpPr>
                  <p:cNvPr id="31" name="Freeform 6">
                    <a:extLst>
                      <a:ext uri="{FF2B5EF4-FFF2-40B4-BE49-F238E27FC236}">
                        <a16:creationId xmlns:a16="http://schemas.microsoft.com/office/drawing/2014/main" id="{C4FE4EC7-FA2A-45D6-2244-86BB5555D64E}"/>
                      </a:ext>
                    </a:extLst>
                  </p:cNvPr>
                  <p:cNvSpPr/>
                  <p:nvPr/>
                </p:nvSpPr>
                <p:spPr>
                  <a:xfrm>
                    <a:off x="-5162" y="10625"/>
                    <a:ext cx="55208" cy="278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067" h="42813">
                        <a:moveTo>
                          <a:pt x="0" y="0"/>
                        </a:moveTo>
                        <a:lnTo>
                          <a:pt x="60067" y="0"/>
                        </a:lnTo>
                        <a:lnTo>
                          <a:pt x="60067" y="42813"/>
                        </a:lnTo>
                        <a:lnTo>
                          <a:pt x="0" y="42813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w="12700" cap="sq">
                    <a:solidFill>
                      <a:srgbClr val="002060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MX" noProof="0" dirty="0"/>
                  </a:p>
                </p:txBody>
              </p:sp>
              <p:sp>
                <p:nvSpPr>
                  <p:cNvPr id="32" name="TextBox 7">
                    <a:extLst>
                      <a:ext uri="{FF2B5EF4-FFF2-40B4-BE49-F238E27FC236}">
                        <a16:creationId xmlns:a16="http://schemas.microsoft.com/office/drawing/2014/main" id="{BA6D53B7-7E33-458A-6DD4-990672D39B90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19050"/>
                    <a:ext cx="60067" cy="61863"/>
                  </a:xfrm>
                  <a:prstGeom prst="rect">
                    <a:avLst/>
                  </a:prstGeom>
                </p:spPr>
                <p:txBody>
                  <a:bodyPr lIns="50805" tIns="50805" rIns="50805" bIns="50805" rtlCol="0" anchor="ctr"/>
                  <a:lstStyle/>
                  <a:p>
                    <a:pPr algn="ctr">
                      <a:lnSpc>
                        <a:spcPts val="1119"/>
                      </a:lnSpc>
                      <a:spcBef>
                        <a:spcPct val="0"/>
                      </a:spcBef>
                    </a:pPr>
                    <a:endParaRPr lang="es-MX" noProof="0" dirty="0"/>
                  </a:p>
                </p:txBody>
              </p:sp>
            </p:grpSp>
            <p:sp>
              <p:nvSpPr>
                <p:cNvPr id="23" name="TextBox 9">
                  <a:extLst>
                    <a:ext uri="{FF2B5EF4-FFF2-40B4-BE49-F238E27FC236}">
                      <a16:creationId xmlns:a16="http://schemas.microsoft.com/office/drawing/2014/main" id="{684F4F97-FC1C-F4C8-FA7E-29F1EB716F9E}"/>
                    </a:ext>
                  </a:extLst>
                </p:cNvPr>
                <p:cNvSpPr txBox="1"/>
                <p:nvPr/>
              </p:nvSpPr>
              <p:spPr>
                <a:xfrm>
                  <a:off x="2661891" y="2257750"/>
                  <a:ext cx="609909" cy="136256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>
                    <a:lnSpc>
                      <a:spcPts val="1120"/>
                    </a:lnSpc>
                  </a:pPr>
                  <a:r>
                    <a:rPr lang="es-MX" sz="900" spc="27" dirty="0">
                      <a:solidFill>
                        <a:srgbClr val="002060"/>
                      </a:solidFill>
                      <a:latin typeface="Now"/>
                      <a:ea typeface="Now"/>
                      <a:cs typeface="Now"/>
                      <a:sym typeface="Now"/>
                    </a:rPr>
                    <a:t>{{REF}}</a:t>
                  </a:r>
                </a:p>
              </p:txBody>
            </p:sp>
            <p:sp>
              <p:nvSpPr>
                <p:cNvPr id="25" name="TextBox 10">
                  <a:extLst>
                    <a:ext uri="{FF2B5EF4-FFF2-40B4-BE49-F238E27FC236}">
                      <a16:creationId xmlns:a16="http://schemas.microsoft.com/office/drawing/2014/main" id="{B09F1E92-5C65-9B87-68C5-ECCF541D4058}"/>
                    </a:ext>
                  </a:extLst>
                </p:cNvPr>
                <p:cNvSpPr txBox="1"/>
                <p:nvPr/>
              </p:nvSpPr>
              <p:spPr>
                <a:xfrm>
                  <a:off x="755392" y="2276356"/>
                  <a:ext cx="708072" cy="11702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>
                    <a:lnSpc>
                      <a:spcPts val="896"/>
                    </a:lnSpc>
                  </a:pPr>
                  <a:r>
                    <a:rPr lang="es-MX" sz="900" dirty="0">
                      <a:solidFill>
                        <a:srgbClr val="002060"/>
                      </a:solidFill>
                      <a:latin typeface="Now"/>
                      <a:ea typeface="Now"/>
                      <a:cs typeface="Now"/>
                      <a:sym typeface="Now"/>
                    </a:rPr>
                    <a:t>{{LOT}}</a:t>
                  </a:r>
                </a:p>
              </p:txBody>
            </p:sp>
            <p:sp>
              <p:nvSpPr>
                <p:cNvPr id="26" name="TextBox 13">
                  <a:extLst>
                    <a:ext uri="{FF2B5EF4-FFF2-40B4-BE49-F238E27FC236}">
                      <a16:creationId xmlns:a16="http://schemas.microsoft.com/office/drawing/2014/main" id="{273AC799-2797-0E22-9FC8-8CA72D7B6E5C}"/>
                    </a:ext>
                  </a:extLst>
                </p:cNvPr>
                <p:cNvSpPr txBox="1"/>
                <p:nvPr/>
              </p:nvSpPr>
              <p:spPr>
                <a:xfrm>
                  <a:off x="371981" y="2108046"/>
                  <a:ext cx="301239" cy="310250"/>
                </a:xfrm>
                <a:prstGeom prst="rect">
                  <a:avLst/>
                </a:prstGeom>
              </p:spPr>
              <p:txBody>
                <a:bodyPr lIns="50805" tIns="50805" rIns="50805" bIns="50805" rtlCol="0" anchor="ctr"/>
                <a:lstStyle/>
                <a:p>
                  <a:pPr algn="ctr">
                    <a:lnSpc>
                      <a:spcPts val="1119"/>
                    </a:lnSpc>
                    <a:spcBef>
                      <a:spcPct val="0"/>
                    </a:spcBef>
                  </a:pPr>
                  <a:endParaRPr lang="es-MX" noProof="0" dirty="0"/>
                </a:p>
              </p:txBody>
            </p:sp>
            <p:sp>
              <p:nvSpPr>
                <p:cNvPr id="27" name="TextBox 16">
                  <a:extLst>
                    <a:ext uri="{FF2B5EF4-FFF2-40B4-BE49-F238E27FC236}">
                      <a16:creationId xmlns:a16="http://schemas.microsoft.com/office/drawing/2014/main" id="{B168BED2-B634-B664-1722-932EDB44065C}"/>
                    </a:ext>
                  </a:extLst>
                </p:cNvPr>
                <p:cNvSpPr txBox="1"/>
                <p:nvPr/>
              </p:nvSpPr>
              <p:spPr>
                <a:xfrm>
                  <a:off x="2379137" y="2256807"/>
                  <a:ext cx="252498" cy="132922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1120"/>
                    </a:lnSpc>
                  </a:pPr>
                  <a:r>
                    <a:rPr lang="es-MX" sz="800" b="1" spc="35" noProof="0" dirty="0">
                      <a:solidFill>
                        <a:srgbClr val="002060"/>
                      </a:solidFill>
                      <a:latin typeface="Now Bold"/>
                      <a:ea typeface="Now Bold"/>
                      <a:cs typeface="Now Bold"/>
                      <a:sym typeface="Now Bold"/>
                    </a:rPr>
                    <a:t>REF </a:t>
                  </a:r>
                  <a:r>
                    <a:rPr lang="es-MX" sz="800" spc="35" noProof="0" dirty="0">
                      <a:solidFill>
                        <a:srgbClr val="002060"/>
                      </a:solidFill>
                      <a:latin typeface="Now"/>
                      <a:ea typeface="Now"/>
                      <a:cs typeface="Now"/>
                      <a:sym typeface="Now"/>
                    </a:rPr>
                    <a:t> </a:t>
                  </a:r>
                </a:p>
              </p:txBody>
            </p:sp>
            <p:sp>
              <p:nvSpPr>
                <p:cNvPr id="28" name="Freeform 17">
                  <a:extLst>
                    <a:ext uri="{FF2B5EF4-FFF2-40B4-BE49-F238E27FC236}">
                      <a16:creationId xmlns:a16="http://schemas.microsoft.com/office/drawing/2014/main" id="{A8D1D918-8C27-6677-B2C6-94B0EAF6257E}"/>
                    </a:ext>
                  </a:extLst>
                </p:cNvPr>
                <p:cNvSpPr/>
                <p:nvPr/>
              </p:nvSpPr>
              <p:spPr>
                <a:xfrm>
                  <a:off x="1568014" y="2233472"/>
                  <a:ext cx="181312" cy="194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749" h="259119">
                      <a:moveTo>
                        <a:pt x="0" y="0"/>
                      </a:moveTo>
                      <a:lnTo>
                        <a:pt x="241748" y="0"/>
                      </a:lnTo>
                      <a:lnTo>
                        <a:pt x="241748" y="259119"/>
                      </a:lnTo>
                      <a:lnTo>
                        <a:pt x="0" y="2591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4">
                    <a:duotone>
                      <a:prstClr val="black"/>
                      <a:schemeClr val="accent1">
                        <a:tint val="45000"/>
                        <a:satMod val="400000"/>
                      </a:schemeClr>
                    </a:duotone>
                  </a:blip>
                  <a:stretch>
                    <a:fillRect l="-23278" t="-17131" r="-22699" b="-19060"/>
                  </a:stretch>
                </a:blipFill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29" name="TextBox 14">
                  <a:extLst>
                    <a:ext uri="{FF2B5EF4-FFF2-40B4-BE49-F238E27FC236}">
                      <a16:creationId xmlns:a16="http://schemas.microsoft.com/office/drawing/2014/main" id="{33E624F6-9A87-2524-B38B-9B8C6FC2C874}"/>
                    </a:ext>
                  </a:extLst>
                </p:cNvPr>
                <p:cNvSpPr txBox="1"/>
                <p:nvPr/>
              </p:nvSpPr>
              <p:spPr>
                <a:xfrm>
                  <a:off x="484176" y="2258472"/>
                  <a:ext cx="219724" cy="132922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120"/>
                    </a:lnSpc>
                  </a:pPr>
                  <a:r>
                    <a:rPr lang="es-MX" sz="800" b="1" spc="35" noProof="0" dirty="0">
                      <a:solidFill>
                        <a:srgbClr val="002060"/>
                      </a:solidFill>
                      <a:latin typeface="Now Bold"/>
                      <a:ea typeface="Now Bold"/>
                      <a:cs typeface="Now Bold"/>
                      <a:sym typeface="Now Bold"/>
                    </a:rPr>
                    <a:t>LOT </a:t>
                  </a:r>
                  <a:r>
                    <a:rPr lang="es-MX" sz="800" spc="35" noProof="0" dirty="0">
                      <a:solidFill>
                        <a:srgbClr val="002060"/>
                      </a:solidFill>
                      <a:latin typeface="Now"/>
                      <a:ea typeface="Now"/>
                      <a:cs typeface="Now"/>
                      <a:sym typeface="Now"/>
                    </a:rPr>
                    <a:t> </a:t>
                  </a:r>
                </a:p>
              </p:txBody>
            </p:sp>
            <p:sp>
              <p:nvSpPr>
                <p:cNvPr id="30" name="Freeform 6">
                  <a:extLst>
                    <a:ext uri="{FF2B5EF4-FFF2-40B4-BE49-F238E27FC236}">
                      <a16:creationId xmlns:a16="http://schemas.microsoft.com/office/drawing/2014/main" id="{9B84436B-676B-9360-2E0C-717B797702C8}"/>
                    </a:ext>
                  </a:extLst>
                </p:cNvPr>
                <p:cNvSpPr/>
                <p:nvPr/>
              </p:nvSpPr>
              <p:spPr>
                <a:xfrm>
                  <a:off x="455083" y="2256851"/>
                  <a:ext cx="276870" cy="1396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67" h="42813">
                      <a:moveTo>
                        <a:pt x="0" y="0"/>
                      </a:moveTo>
                      <a:lnTo>
                        <a:pt x="60067" y="0"/>
                      </a:lnTo>
                      <a:lnTo>
                        <a:pt x="60067" y="42813"/>
                      </a:lnTo>
                      <a:lnTo>
                        <a:pt x="0" y="42813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 cap="sq">
                  <a:solidFill>
                    <a:srgbClr val="00206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s-MX" noProof="0" dirty="0"/>
                </a:p>
              </p:txBody>
            </p:sp>
          </p:grpSp>
        </p:grpSp>
        <p:sp>
          <p:nvSpPr>
            <p:cNvPr id="4" name="CuadroTexto 4826">
              <a:extLst>
                <a:ext uri="{FF2B5EF4-FFF2-40B4-BE49-F238E27FC236}">
                  <a16:creationId xmlns:a16="http://schemas.microsoft.com/office/drawing/2014/main" id="{FF883CFB-9D76-35A8-A36E-6F32B1FBC351}"/>
                </a:ext>
              </a:extLst>
            </p:cNvPr>
            <p:cNvSpPr txBox="1"/>
            <p:nvPr/>
          </p:nvSpPr>
          <p:spPr>
            <a:xfrm>
              <a:off x="616431" y="2599057"/>
              <a:ext cx="2366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0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Registro Sanitario: {{REG_SANITARIO}}</a:t>
              </a:r>
              <a:endParaRPr lang="es-MX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483348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9365</TotalTime>
  <Words>45</Words>
  <Application>Microsoft Office PowerPoint</Application>
  <PresentationFormat>Personalizado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Kollektif</vt:lpstr>
      <vt:lpstr>Now</vt:lpstr>
      <vt:lpstr>Now Bold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Mery</dc:creator>
  <cp:lastModifiedBy>Mery Olivares</cp:lastModifiedBy>
  <cp:revision>56</cp:revision>
  <dcterms:created xsi:type="dcterms:W3CDTF">2025-07-14T17:28:18Z</dcterms:created>
  <dcterms:modified xsi:type="dcterms:W3CDTF">2026-07-28T22:34:15Z</dcterms:modified>
</cp:coreProperties>
</file>