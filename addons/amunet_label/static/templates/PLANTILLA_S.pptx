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308" r:id="rId2"/>
  </p:sldIdLst>
  <p:sldSz cx="10058400" cy="1554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  <p:embeddedFontLst>
    <p:embeddedFont>
      <p:font typeface="Kollektif"/>
      <p:regular r:id="rId8"/>
      <p:bold r:id="rId9"/>
      <p:italic r:id="rId10"/>
      <p:boldItalic r:id="rId11"/>
    </p:embeddedFont>
    <p:embeddedFont>
      <p:font typeface="Now"/>
      <p:regular r:id="rId12"/>
      <p:bold r:id="rId1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4660"/>
  </p:normalViewPr>
  <p:slideViewPr>
    <p:cSldViewPr snapToGrid="0">
      <p:cViewPr>
        <p:scale>
          <a:sx n="100" d="100"/>
          <a:sy n="100" d="100"/>
        </p:scale>
        <p:origin x="168" y="-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9D5F8-7886-481A-93B2-8AEFCAC79255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430463" y="1143000"/>
            <a:ext cx="1997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C2715-8E7E-4085-A6D1-F06AC3C2FD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2242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544023"/>
            <a:ext cx="8549640" cy="5411893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8164619"/>
            <a:ext cx="7543800" cy="3753061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4540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31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3875409"/>
            <a:ext cx="8675370" cy="6466204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10402786"/>
            <a:ext cx="8675370" cy="3400424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6235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4138083"/>
            <a:ext cx="4274820" cy="98630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4138083"/>
            <a:ext cx="4274820" cy="98630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3330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827620"/>
            <a:ext cx="8675370" cy="300460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3810636"/>
            <a:ext cx="4255174" cy="186753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5678170"/>
            <a:ext cx="4255174" cy="83517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3810636"/>
            <a:ext cx="4276130" cy="186753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5678170"/>
            <a:ext cx="4276130" cy="83517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6602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1491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4493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1036320"/>
            <a:ext cx="3244096" cy="362712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2238167"/>
            <a:ext cx="5092065" cy="11046883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4663440"/>
            <a:ext cx="3244096" cy="863959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93685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1036320"/>
            <a:ext cx="3244096" cy="362712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2238167"/>
            <a:ext cx="5092065" cy="11046883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4663440"/>
            <a:ext cx="3244096" cy="863959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5248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8738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827617"/>
            <a:ext cx="2168843" cy="13173499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827617"/>
            <a:ext cx="6380798" cy="13173499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6935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827620"/>
            <a:ext cx="8675370" cy="30046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4138083"/>
            <a:ext cx="8675370" cy="9863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14407730"/>
            <a:ext cx="226314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14407730"/>
            <a:ext cx="339471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14407730"/>
            <a:ext cx="226314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9359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27833-0EC3-095A-F52D-D37C935ED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C24A7CDF-BC72-5F6F-E544-C9DA31A3F69D}"/>
              </a:ext>
            </a:extLst>
          </p:cNvPr>
          <p:cNvSpPr/>
          <p:nvPr/>
        </p:nvSpPr>
        <p:spPr>
          <a:xfrm>
            <a:off x="175845" y="211014"/>
            <a:ext cx="9720000" cy="151200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63B046DC-1BE9-DE6C-D10C-DBB6E277099B}"/>
              </a:ext>
            </a:extLst>
          </p:cNvPr>
          <p:cNvGrpSpPr/>
          <p:nvPr/>
        </p:nvGrpSpPr>
        <p:grpSpPr>
          <a:xfrm>
            <a:off x="3370262" y="2495055"/>
            <a:ext cx="3229118" cy="2484000"/>
            <a:chOff x="182195" y="259274"/>
            <a:chExt cx="3229118" cy="2484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61004ED-4936-34E5-8C4F-743359F92720}"/>
                </a:ext>
              </a:extLst>
            </p:cNvPr>
            <p:cNvSpPr/>
            <p:nvPr/>
          </p:nvSpPr>
          <p:spPr>
            <a:xfrm>
              <a:off x="182195" y="259274"/>
              <a:ext cx="3229118" cy="2484000"/>
            </a:xfrm>
            <a:custGeom>
              <a:avLst/>
              <a:gdLst/>
              <a:ahLst/>
              <a:cxnLst/>
              <a:rect l="l" t="t" r="r" b="b"/>
              <a:pathLst>
                <a:path w="4305491" h="3379603">
                  <a:moveTo>
                    <a:pt x="0" y="0"/>
                  </a:moveTo>
                  <a:lnTo>
                    <a:pt x="4305491" y="0"/>
                  </a:lnTo>
                  <a:lnTo>
                    <a:pt x="4305491" y="3379603"/>
                  </a:lnTo>
                  <a:lnTo>
                    <a:pt x="0" y="3379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tretch>
                <a:fillRect l="-27638" t="-17541" b="-10104"/>
              </a:stretch>
            </a:blipFill>
            <a:ln w="19050" cap="sq">
              <a:solidFill>
                <a:srgbClr val="C7C7C7"/>
              </a:solidFill>
              <a:prstDash val="solid"/>
              <a:miter/>
            </a:ln>
          </p:spPr>
          <p:txBody>
            <a:bodyPr/>
            <a:lstStyle/>
            <a:p>
              <a:endParaRPr lang="es-MX" noProof="0" dirty="0"/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85FB2F11-B2BC-C2AC-B36A-E24A46F803DC}"/>
                </a:ext>
              </a:extLst>
            </p:cNvPr>
            <p:cNvSpPr txBox="1"/>
            <p:nvPr/>
          </p:nvSpPr>
          <p:spPr>
            <a:xfrm>
              <a:off x="712366" y="374805"/>
              <a:ext cx="924617" cy="293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</a:pPr>
              <a:r>
                <a:rPr lang="es-MX" sz="1600" spc="36" noProof="0" dirty="0">
                  <a:solidFill>
                    <a:srgbClr val="002060"/>
                  </a:solidFill>
                  <a:latin typeface="Kollektif"/>
                  <a:ea typeface="Kollektif"/>
                  <a:cs typeface="Kollektif"/>
                  <a:sym typeface="Kollektif"/>
                </a:rPr>
                <a:t>Contiene:</a:t>
              </a:r>
            </a:p>
          </p:txBody>
        </p:sp>
        <p:sp>
          <p:nvSpPr>
            <p:cNvPr id="5" name="TextBox 15">
              <a:extLst>
                <a:ext uri="{FF2B5EF4-FFF2-40B4-BE49-F238E27FC236}">
                  <a16:creationId xmlns:a16="http://schemas.microsoft.com/office/drawing/2014/main" id="{5FC00A64-E30A-1A93-0AE0-CBFF966CBE49}"/>
                </a:ext>
              </a:extLst>
            </p:cNvPr>
            <p:cNvSpPr txBox="1"/>
            <p:nvPr/>
          </p:nvSpPr>
          <p:spPr>
            <a:xfrm>
              <a:off x="345616" y="732546"/>
              <a:ext cx="2932347" cy="14972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s-MX" sz="1100" spc="4" dirty="0">
                  <a:solidFill>
                    <a:srgbClr val="002060"/>
                  </a:solidFill>
                  <a:latin typeface="Now"/>
                  <a:ea typeface="Now"/>
                  <a:cs typeface="Now"/>
                  <a:sym typeface="Now"/>
                </a:rPr>
                <a:t>-{{N}} Pruebas rápidas de {{PRODUCTO}}</a:t>
              </a:r>
            </a:p>
            <a:p>
              <a:pPr>
                <a:lnSpc>
                  <a:spcPct val="150000"/>
                </a:lnSpc>
              </a:pPr>
              <a:r>
                <a:rPr lang="es-MX" sz="1100" spc="4" dirty="0">
                  <a:solidFill>
                    <a:srgbClr val="002060"/>
                  </a:solidFill>
                  <a:latin typeface="Now"/>
                  <a:ea typeface="Now"/>
                  <a:cs typeface="Now"/>
                  <a:sym typeface="Now"/>
                </a:rPr>
                <a:t>-{{N}} Goteros</a:t>
              </a:r>
            </a:p>
            <a:p>
              <a:pPr>
                <a:lnSpc>
                  <a:spcPct val="150000"/>
                </a:lnSpc>
              </a:pPr>
              <a:r>
                <a:rPr lang="es-MX" sz="1100" spc="4" dirty="0">
                  <a:solidFill>
                    <a:srgbClr val="002060"/>
                  </a:solidFill>
                  <a:latin typeface="Now"/>
                  <a:ea typeface="Now"/>
                  <a:cs typeface="Now"/>
                  <a:sym typeface="Now"/>
                </a:rPr>
                <a:t>-{{N}} Lancetas</a:t>
              </a:r>
            </a:p>
            <a:p>
              <a:pPr>
                <a:lnSpc>
                  <a:spcPct val="150000"/>
                </a:lnSpc>
              </a:pPr>
              <a:r>
                <a:rPr lang="es-MX" sz="1100" spc="4" dirty="0">
                  <a:solidFill>
                    <a:srgbClr val="002060"/>
                  </a:solidFill>
                  <a:latin typeface="Now"/>
                  <a:ea typeface="Now"/>
                  <a:cs typeface="Now"/>
                  <a:sym typeface="Now"/>
                </a:rPr>
                <a:t>-{{N}} Almohadillas con alcohol</a:t>
              </a:r>
            </a:p>
            <a:p>
              <a:pPr>
                <a:lnSpc>
                  <a:spcPct val="150000"/>
                </a:lnSpc>
              </a:pPr>
              <a:r>
                <a:rPr lang="es-MX" sz="1100" spc="4" dirty="0">
                  <a:solidFill>
                    <a:srgbClr val="002060"/>
                  </a:solidFill>
                  <a:latin typeface="Now"/>
                  <a:ea typeface="Now"/>
                  <a:cs typeface="Now"/>
                  <a:sym typeface="Now"/>
                </a:rPr>
                <a:t>-Solución de corrimiento (Buffer)</a:t>
              </a:r>
            </a:p>
            <a:p>
              <a:pPr>
                <a:lnSpc>
                  <a:spcPct val="150000"/>
                </a:lnSpc>
              </a:pPr>
              <a:r>
                <a:rPr lang="es-MX" sz="1100" spc="4" dirty="0">
                  <a:solidFill>
                    <a:srgbClr val="002060"/>
                  </a:solidFill>
                  <a:latin typeface="Now"/>
                  <a:ea typeface="Now"/>
                  <a:cs typeface="Now"/>
                  <a:sym typeface="Now"/>
                </a:rPr>
                <a:t>-Instructivo de uso</a:t>
              </a: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5360DD7E-440D-EB4A-9A28-7C6151D1CE54}"/>
                </a:ext>
              </a:extLst>
            </p:cNvPr>
            <p:cNvGrpSpPr/>
            <p:nvPr/>
          </p:nvGrpSpPr>
          <p:grpSpPr>
            <a:xfrm>
              <a:off x="359281" y="2311246"/>
              <a:ext cx="2852195" cy="319765"/>
              <a:chOff x="371981" y="2108046"/>
              <a:chExt cx="2852195" cy="319765"/>
            </a:xfrm>
          </p:grpSpPr>
          <p:sp>
            <p:nvSpPr>
              <p:cNvPr id="7" name="TextBox 4">
                <a:extLst>
                  <a:ext uri="{FF2B5EF4-FFF2-40B4-BE49-F238E27FC236}">
                    <a16:creationId xmlns:a16="http://schemas.microsoft.com/office/drawing/2014/main" id="{AAA41E81-C41A-B44B-EA73-FA516DCBD2E4}"/>
                  </a:ext>
                </a:extLst>
              </p:cNvPr>
              <p:cNvSpPr txBox="1"/>
              <p:nvPr/>
            </p:nvSpPr>
            <p:spPr>
              <a:xfrm>
                <a:off x="1731046" y="2276356"/>
                <a:ext cx="714136" cy="11702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896"/>
                  </a:lnSpc>
                </a:pPr>
                <a:r>
                  <a:rPr lang="es-MX" sz="900" dirty="0">
                    <a:solidFill>
                      <a:srgbClr val="002060"/>
                    </a:solidFill>
                    <a:latin typeface="Now"/>
                    <a:ea typeface="Now"/>
                    <a:cs typeface="Now"/>
                    <a:sym typeface="Now"/>
                  </a:rPr>
                  <a:t>{{CADUCIDAD}}</a:t>
                </a:r>
              </a:p>
            </p:txBody>
          </p:sp>
          <p:grpSp>
            <p:nvGrpSpPr>
              <p:cNvPr id="8" name="Group 5">
                <a:extLst>
                  <a:ext uri="{FF2B5EF4-FFF2-40B4-BE49-F238E27FC236}">
                    <a16:creationId xmlns:a16="http://schemas.microsoft.com/office/drawing/2014/main" id="{20C468B9-B602-2519-9C54-DE1D09BC7BEF}"/>
                  </a:ext>
                </a:extLst>
              </p:cNvPr>
              <p:cNvGrpSpPr/>
              <p:nvPr/>
            </p:nvGrpSpPr>
            <p:grpSpPr>
              <a:xfrm>
                <a:off x="2314616" y="2108046"/>
                <a:ext cx="374719" cy="310250"/>
                <a:chOff x="-14653" y="-19050"/>
                <a:chExt cx="74720" cy="61863"/>
              </a:xfrm>
            </p:grpSpPr>
            <p:sp>
              <p:nvSpPr>
                <p:cNvPr id="16" name="Freeform 6">
                  <a:extLst>
                    <a:ext uri="{FF2B5EF4-FFF2-40B4-BE49-F238E27FC236}">
                      <a16:creationId xmlns:a16="http://schemas.microsoft.com/office/drawing/2014/main" id="{91E4A180-BE82-2E15-0633-1743D63E8476}"/>
                    </a:ext>
                  </a:extLst>
                </p:cNvPr>
                <p:cNvSpPr/>
                <p:nvPr/>
              </p:nvSpPr>
              <p:spPr>
                <a:xfrm>
                  <a:off x="-14653" y="10625"/>
                  <a:ext cx="55208" cy="278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067" h="42813">
                      <a:moveTo>
                        <a:pt x="0" y="0"/>
                      </a:moveTo>
                      <a:lnTo>
                        <a:pt x="60067" y="0"/>
                      </a:lnTo>
                      <a:lnTo>
                        <a:pt x="60067" y="42813"/>
                      </a:lnTo>
                      <a:lnTo>
                        <a:pt x="0" y="42813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12700" cap="sq">
                  <a:solidFill>
                    <a:srgbClr val="00206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s-MX" noProof="0" dirty="0"/>
                </a:p>
              </p:txBody>
            </p:sp>
            <p:sp>
              <p:nvSpPr>
                <p:cNvPr id="17" name="TextBox 7">
                  <a:extLst>
                    <a:ext uri="{FF2B5EF4-FFF2-40B4-BE49-F238E27FC236}">
                      <a16:creationId xmlns:a16="http://schemas.microsoft.com/office/drawing/2014/main" id="{BEB4DF0A-91B4-8822-7547-CA55F3DF5A54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0067" cy="61863"/>
                </a:xfrm>
                <a:prstGeom prst="rect">
                  <a:avLst/>
                </a:prstGeom>
              </p:spPr>
              <p:txBody>
                <a:bodyPr lIns="50805" tIns="50805" rIns="50805" bIns="50805" rtlCol="0" anchor="ctr"/>
                <a:lstStyle/>
                <a:p>
                  <a:pPr algn="ctr">
                    <a:lnSpc>
                      <a:spcPts val="1119"/>
                    </a:lnSpc>
                    <a:spcBef>
                      <a:spcPct val="0"/>
                    </a:spcBef>
                  </a:pPr>
                  <a:endParaRPr lang="es-MX" noProof="0" dirty="0"/>
                </a:p>
              </p:txBody>
            </p:sp>
          </p:grp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E58F32D8-7134-AC7F-B46B-DF70DDAF450E}"/>
                  </a:ext>
                </a:extLst>
              </p:cNvPr>
              <p:cNvSpPr txBox="1"/>
              <p:nvPr/>
            </p:nvSpPr>
            <p:spPr>
              <a:xfrm>
                <a:off x="2624745" y="2257749"/>
                <a:ext cx="599431" cy="13625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1120"/>
                  </a:lnSpc>
                </a:pPr>
                <a:r>
                  <a:rPr lang="es-MX" sz="900" spc="27" dirty="0">
                    <a:solidFill>
                      <a:srgbClr val="002060"/>
                    </a:solidFill>
                    <a:latin typeface="Now"/>
                    <a:ea typeface="Now"/>
                    <a:cs typeface="Now"/>
                    <a:sym typeface="Now"/>
                  </a:rPr>
                  <a:t>{{REF}}</a:t>
                </a:r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7CFE049F-7F8C-D0AB-78D4-9ED3DF2245BE}"/>
                  </a:ext>
                </a:extLst>
              </p:cNvPr>
              <p:cNvSpPr txBox="1"/>
              <p:nvPr/>
            </p:nvSpPr>
            <p:spPr>
              <a:xfrm>
                <a:off x="766981" y="2276356"/>
                <a:ext cx="708072" cy="11702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896"/>
                  </a:lnSpc>
                </a:pPr>
                <a:r>
                  <a:rPr lang="es-MX" sz="900" dirty="0">
                    <a:solidFill>
                      <a:srgbClr val="002060"/>
                    </a:solidFill>
                    <a:latin typeface="Now"/>
                    <a:ea typeface="Now"/>
                    <a:cs typeface="Now"/>
                    <a:sym typeface="Now"/>
                  </a:rPr>
                  <a:t>{{LOT}}</a:t>
                </a:r>
              </a:p>
            </p:txBody>
          </p:sp>
          <p:sp>
            <p:nvSpPr>
              <p:cNvPr id="11" name="TextBox 13">
                <a:extLst>
                  <a:ext uri="{FF2B5EF4-FFF2-40B4-BE49-F238E27FC236}">
                    <a16:creationId xmlns:a16="http://schemas.microsoft.com/office/drawing/2014/main" id="{9115BA6E-CA68-746B-2162-B56C108ACD78}"/>
                  </a:ext>
                </a:extLst>
              </p:cNvPr>
              <p:cNvSpPr txBox="1"/>
              <p:nvPr/>
            </p:nvSpPr>
            <p:spPr>
              <a:xfrm>
                <a:off x="371981" y="2108046"/>
                <a:ext cx="301239" cy="310250"/>
              </a:xfrm>
              <a:prstGeom prst="rect">
                <a:avLst/>
              </a:prstGeom>
            </p:spPr>
            <p:txBody>
              <a:bodyPr lIns="50805" tIns="50805" rIns="50805" bIns="50805" rtlCol="0" anchor="ctr"/>
              <a:lstStyle/>
              <a:p>
                <a:pPr algn="ctr">
                  <a:lnSpc>
                    <a:spcPts val="1119"/>
                  </a:lnSpc>
                  <a:spcBef>
                    <a:spcPct val="0"/>
                  </a:spcBef>
                </a:pPr>
                <a:endParaRPr lang="es-MX" noProof="0" dirty="0"/>
              </a:p>
            </p:txBody>
          </p:sp>
          <p:sp>
            <p:nvSpPr>
              <p:cNvPr id="12" name="TextBox 16">
                <a:extLst>
                  <a:ext uri="{FF2B5EF4-FFF2-40B4-BE49-F238E27FC236}">
                    <a16:creationId xmlns:a16="http://schemas.microsoft.com/office/drawing/2014/main" id="{502FEB34-F501-758C-2B39-A33A8B21C38D}"/>
                  </a:ext>
                </a:extLst>
              </p:cNvPr>
              <p:cNvSpPr txBox="1"/>
              <p:nvPr/>
            </p:nvSpPr>
            <p:spPr>
              <a:xfrm>
                <a:off x="2331513" y="2256807"/>
                <a:ext cx="252498" cy="13292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1120"/>
                  </a:lnSpc>
                </a:pPr>
                <a:r>
                  <a:rPr lang="es-MX" sz="800" b="1" spc="35" noProof="0" dirty="0">
                    <a:solidFill>
                      <a:srgbClr val="002060"/>
                    </a:solidFill>
                    <a:latin typeface="Now Bold"/>
                    <a:ea typeface="Now Bold"/>
                    <a:cs typeface="Now Bold"/>
                    <a:sym typeface="Now Bold"/>
                  </a:rPr>
                  <a:t>REF </a:t>
                </a:r>
                <a:r>
                  <a:rPr lang="es-MX" sz="800" spc="35" noProof="0" dirty="0">
                    <a:solidFill>
                      <a:srgbClr val="002060"/>
                    </a:solidFill>
                    <a:latin typeface="Now"/>
                    <a:ea typeface="Now"/>
                    <a:cs typeface="Now"/>
                    <a:sym typeface="Now"/>
                  </a:rPr>
                  <a:t> </a:t>
                </a:r>
              </a:p>
            </p:txBody>
          </p:sp>
          <p:sp>
            <p:nvSpPr>
              <p:cNvPr id="13" name="Freeform 17">
                <a:extLst>
                  <a:ext uri="{FF2B5EF4-FFF2-40B4-BE49-F238E27FC236}">
                    <a16:creationId xmlns:a16="http://schemas.microsoft.com/office/drawing/2014/main" id="{D39BE52D-C5ED-035B-9CED-3824B338F8CB}"/>
                  </a:ext>
                </a:extLst>
              </p:cNvPr>
              <p:cNvSpPr/>
              <p:nvPr/>
            </p:nvSpPr>
            <p:spPr>
              <a:xfrm>
                <a:off x="1575634" y="2233472"/>
                <a:ext cx="181312" cy="194339"/>
              </a:xfrm>
              <a:custGeom>
                <a:avLst/>
                <a:gdLst/>
                <a:ahLst/>
                <a:cxnLst/>
                <a:rect l="l" t="t" r="r" b="b"/>
                <a:pathLst>
                  <a:path w="241749" h="259119">
                    <a:moveTo>
                      <a:pt x="0" y="0"/>
                    </a:moveTo>
                    <a:lnTo>
                      <a:pt x="241748" y="0"/>
                    </a:lnTo>
                    <a:lnTo>
                      <a:pt x="241748" y="259119"/>
                    </a:lnTo>
                    <a:lnTo>
                      <a:pt x="0" y="25911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>
                  <a:duotone>
                    <a:prstClr val="black"/>
                    <a:schemeClr val="accent1">
                      <a:tint val="45000"/>
                      <a:satMod val="400000"/>
                    </a:schemeClr>
                  </a:duotone>
                </a:blip>
                <a:stretch>
                  <a:fillRect l="-23278" t="-17131" r="-22699" b="-19060"/>
                </a:stretch>
              </a:blipFill>
            </p:spPr>
            <p:txBody>
              <a:bodyPr/>
              <a:lstStyle/>
              <a:p>
                <a:endParaRPr lang="es-MX" noProof="0" dirty="0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94FDAFAC-7C95-5D58-B796-AC6CB52C42D4}"/>
                  </a:ext>
                </a:extLst>
              </p:cNvPr>
              <p:cNvSpPr txBox="1"/>
              <p:nvPr/>
            </p:nvSpPr>
            <p:spPr>
              <a:xfrm>
                <a:off x="484176" y="2258472"/>
                <a:ext cx="219724" cy="13292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120"/>
                  </a:lnSpc>
                </a:pPr>
                <a:r>
                  <a:rPr lang="es-MX" sz="800" b="1" spc="35" noProof="0" dirty="0">
                    <a:solidFill>
                      <a:srgbClr val="002060"/>
                    </a:solidFill>
                    <a:latin typeface="Now Bold"/>
                    <a:ea typeface="Now Bold"/>
                    <a:cs typeface="Now Bold"/>
                    <a:sym typeface="Now Bold"/>
                  </a:rPr>
                  <a:t>LOT </a:t>
                </a:r>
                <a:r>
                  <a:rPr lang="es-MX" sz="800" spc="35" noProof="0" dirty="0">
                    <a:solidFill>
                      <a:srgbClr val="002060"/>
                    </a:solidFill>
                    <a:latin typeface="Now"/>
                    <a:ea typeface="Now"/>
                    <a:cs typeface="Now"/>
                    <a:sym typeface="Now"/>
                  </a:rPr>
                  <a:t> </a:t>
                </a:r>
              </a:p>
            </p:txBody>
          </p:sp>
          <p:sp>
            <p:nvSpPr>
              <p:cNvPr id="15" name="Freeform 6">
                <a:extLst>
                  <a:ext uri="{FF2B5EF4-FFF2-40B4-BE49-F238E27FC236}">
                    <a16:creationId xmlns:a16="http://schemas.microsoft.com/office/drawing/2014/main" id="{BFEDAD10-2872-655A-CC1E-7B01BFB57EF2}"/>
                  </a:ext>
                </a:extLst>
              </p:cNvPr>
              <p:cNvSpPr/>
              <p:nvPr/>
            </p:nvSpPr>
            <p:spPr>
              <a:xfrm>
                <a:off x="455083" y="2256851"/>
                <a:ext cx="276870" cy="139696"/>
              </a:xfrm>
              <a:custGeom>
                <a:avLst/>
                <a:gdLst/>
                <a:ahLst/>
                <a:cxnLst/>
                <a:rect l="l" t="t" r="r" b="b"/>
                <a:pathLst>
                  <a:path w="60067" h="42813">
                    <a:moveTo>
                      <a:pt x="0" y="0"/>
                    </a:moveTo>
                    <a:lnTo>
                      <a:pt x="60067" y="0"/>
                    </a:lnTo>
                    <a:lnTo>
                      <a:pt x="60067" y="42813"/>
                    </a:lnTo>
                    <a:lnTo>
                      <a:pt x="0" y="4281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 cap="sq">
                <a:solidFill>
                  <a:srgbClr val="00206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MX" noProof="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483348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9366</TotalTime>
  <Words>47</Words>
  <Application>Microsoft Office PowerPoint</Application>
  <PresentationFormat>Personalizado</PresentationFormat>
  <Paragraphs>12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Kollektif</vt:lpstr>
      <vt:lpstr>Now</vt:lpstr>
      <vt:lpstr>Now Bold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Mery</dc:creator>
  <cp:lastModifiedBy>Mery Olivares</cp:lastModifiedBy>
  <cp:revision>57</cp:revision>
  <dcterms:created xsi:type="dcterms:W3CDTF">2025-07-14T17:28:18Z</dcterms:created>
  <dcterms:modified xsi:type="dcterms:W3CDTF">2026-07-28T21:41:36Z</dcterms:modified>
</cp:coreProperties>
</file>