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18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44" autoAdjust="0"/>
    <p:restoredTop sz="94660"/>
  </p:normalViewPr>
  <p:slideViewPr>
    <p:cSldViewPr snapToGrid="0">
      <p:cViewPr>
        <p:scale>
          <a:sx n="400" d="100"/>
          <a:sy n="400" d="100"/>
        </p:scale>
        <p:origin x="-63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3F22C2C-719E-5AD3-47CD-B0D552B1445F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3" name="Grupo 15258">
            <a:extLst>
              <a:ext uri="{FF2B5EF4-FFF2-40B4-BE49-F238E27FC236}">
                <a16:creationId xmlns:a16="http://schemas.microsoft.com/office/drawing/2014/main" id="{E70AB9ED-BF05-8FB8-5D85-F7D16B1B7A22}"/>
              </a:ext>
            </a:extLst>
          </p:cNvPr>
          <p:cNvGrpSpPr/>
          <p:nvPr/>
        </p:nvGrpSpPr>
        <p:grpSpPr>
          <a:xfrm>
            <a:off x="3478420" y="211014"/>
            <a:ext cx="959968" cy="576000"/>
            <a:chOff x="1184724" y="293026"/>
            <a:chExt cx="959968" cy="686856"/>
          </a:xfrm>
        </p:grpSpPr>
        <p:grpSp>
          <p:nvGrpSpPr>
            <p:cNvPr id="4" name="Grupo 15259">
              <a:extLst>
                <a:ext uri="{FF2B5EF4-FFF2-40B4-BE49-F238E27FC236}">
                  <a16:creationId xmlns:a16="http://schemas.microsoft.com/office/drawing/2014/main" id="{F1353018-62D3-3E21-D2FD-7352216BAAB3}"/>
                </a:ext>
              </a:extLst>
            </p:cNvPr>
            <p:cNvGrpSpPr/>
            <p:nvPr/>
          </p:nvGrpSpPr>
          <p:grpSpPr>
            <a:xfrm>
              <a:off x="1184724" y="293026"/>
              <a:ext cx="900000" cy="686856"/>
              <a:chOff x="96388" y="172365"/>
              <a:chExt cx="1436883" cy="524237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D05A9A4E-5CDE-8416-6F0F-0F876454E0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88" y="172365"/>
                <a:ext cx="1436883" cy="524237"/>
              </a:xfrm>
              <a:custGeom>
                <a:avLst/>
                <a:gdLst>
                  <a:gd name="T0" fmla="*/ 918 w 922"/>
                  <a:gd name="T1" fmla="*/ 576 h 580"/>
                  <a:gd name="T2" fmla="*/ 918 w 922"/>
                  <a:gd name="T3" fmla="*/ 572 h 580"/>
                  <a:gd name="T4" fmla="*/ 8 w 922"/>
                  <a:gd name="T5" fmla="*/ 572 h 580"/>
                  <a:gd name="T6" fmla="*/ 8 w 922"/>
                  <a:gd name="T7" fmla="*/ 8 h 580"/>
                  <a:gd name="T8" fmla="*/ 914 w 922"/>
                  <a:gd name="T9" fmla="*/ 8 h 580"/>
                  <a:gd name="T10" fmla="*/ 914 w 922"/>
                  <a:gd name="T11" fmla="*/ 576 h 580"/>
                  <a:gd name="T12" fmla="*/ 918 w 922"/>
                  <a:gd name="T13" fmla="*/ 576 h 580"/>
                  <a:gd name="T14" fmla="*/ 918 w 922"/>
                  <a:gd name="T15" fmla="*/ 572 h 580"/>
                  <a:gd name="T16" fmla="*/ 918 w 922"/>
                  <a:gd name="T17" fmla="*/ 576 h 580"/>
                  <a:gd name="T18" fmla="*/ 922 w 922"/>
                  <a:gd name="T19" fmla="*/ 576 h 580"/>
                  <a:gd name="T20" fmla="*/ 922 w 922"/>
                  <a:gd name="T21" fmla="*/ 0 h 580"/>
                  <a:gd name="T22" fmla="*/ 0 w 922"/>
                  <a:gd name="T23" fmla="*/ 0 h 580"/>
                  <a:gd name="T24" fmla="*/ 0 w 922"/>
                  <a:gd name="T25" fmla="*/ 580 h 580"/>
                  <a:gd name="T26" fmla="*/ 922 w 922"/>
                  <a:gd name="T27" fmla="*/ 580 h 580"/>
                  <a:gd name="T28" fmla="*/ 922 w 922"/>
                  <a:gd name="T29" fmla="*/ 576 h 580"/>
                  <a:gd name="T30" fmla="*/ 918 w 922"/>
                  <a:gd name="T31" fmla="*/ 576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22" h="580">
                    <a:moveTo>
                      <a:pt x="918" y="576"/>
                    </a:moveTo>
                    <a:lnTo>
                      <a:pt x="918" y="572"/>
                    </a:lnTo>
                    <a:lnTo>
                      <a:pt x="8" y="572"/>
                    </a:lnTo>
                    <a:lnTo>
                      <a:pt x="8" y="8"/>
                    </a:lnTo>
                    <a:lnTo>
                      <a:pt x="914" y="8"/>
                    </a:lnTo>
                    <a:lnTo>
                      <a:pt x="914" y="576"/>
                    </a:lnTo>
                    <a:lnTo>
                      <a:pt x="918" y="576"/>
                    </a:lnTo>
                    <a:lnTo>
                      <a:pt x="918" y="572"/>
                    </a:lnTo>
                    <a:lnTo>
                      <a:pt x="918" y="576"/>
                    </a:lnTo>
                    <a:lnTo>
                      <a:pt x="922" y="576"/>
                    </a:lnTo>
                    <a:lnTo>
                      <a:pt x="922" y="0"/>
                    </a:lnTo>
                    <a:lnTo>
                      <a:pt x="0" y="0"/>
                    </a:lnTo>
                    <a:lnTo>
                      <a:pt x="0" y="580"/>
                    </a:lnTo>
                    <a:lnTo>
                      <a:pt x="922" y="580"/>
                    </a:lnTo>
                    <a:lnTo>
                      <a:pt x="922" y="576"/>
                    </a:lnTo>
                    <a:lnTo>
                      <a:pt x="918" y="576"/>
                    </a:lnTo>
                    <a:close/>
                  </a:path>
                </a:pathLst>
              </a:custGeom>
              <a:solidFill>
                <a:srgbClr val="A8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5DA4D28F-D122-44CC-7343-F4A3F8C1D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5479" y="351492"/>
                <a:ext cx="352208" cy="107686"/>
              </a:xfrm>
              <a:custGeom>
                <a:avLst/>
                <a:gdLst>
                  <a:gd name="T0" fmla="*/ 84 w 112"/>
                  <a:gd name="T1" fmla="*/ 0 h 48"/>
                  <a:gd name="T2" fmla="*/ 76 w 112"/>
                  <a:gd name="T3" fmla="*/ 0 h 48"/>
                  <a:gd name="T4" fmla="*/ 68 w 112"/>
                  <a:gd name="T5" fmla="*/ 0 h 48"/>
                  <a:gd name="T6" fmla="*/ 68 w 112"/>
                  <a:gd name="T7" fmla="*/ 0 h 48"/>
                  <a:gd name="T8" fmla="*/ 68 w 112"/>
                  <a:gd name="T9" fmla="*/ 0 h 48"/>
                  <a:gd name="T10" fmla="*/ 32 w 112"/>
                  <a:gd name="T11" fmla="*/ 8 h 48"/>
                  <a:gd name="T12" fmla="*/ 4 w 112"/>
                  <a:gd name="T13" fmla="*/ 17 h 48"/>
                  <a:gd name="T14" fmla="*/ 3 w 112"/>
                  <a:gd name="T15" fmla="*/ 19 h 48"/>
                  <a:gd name="T16" fmla="*/ 3 w 112"/>
                  <a:gd name="T17" fmla="*/ 19 h 48"/>
                  <a:gd name="T18" fmla="*/ 9 w 112"/>
                  <a:gd name="T19" fmla="*/ 29 h 48"/>
                  <a:gd name="T20" fmla="*/ 12 w 112"/>
                  <a:gd name="T21" fmla="*/ 36 h 48"/>
                  <a:gd name="T22" fmla="*/ 11 w 112"/>
                  <a:gd name="T23" fmla="*/ 35 h 48"/>
                  <a:gd name="T24" fmla="*/ 7 w 112"/>
                  <a:gd name="T25" fmla="*/ 37 h 48"/>
                  <a:gd name="T26" fmla="*/ 4 w 112"/>
                  <a:gd name="T27" fmla="*/ 38 h 48"/>
                  <a:gd name="T28" fmla="*/ 3 w 112"/>
                  <a:gd name="T29" fmla="*/ 38 h 48"/>
                  <a:gd name="T30" fmla="*/ 2 w 112"/>
                  <a:gd name="T31" fmla="*/ 38 h 48"/>
                  <a:gd name="T32" fmla="*/ 0 w 112"/>
                  <a:gd name="T33" fmla="*/ 41 h 48"/>
                  <a:gd name="T34" fmla="*/ 0 w 112"/>
                  <a:gd name="T35" fmla="*/ 42 h 48"/>
                  <a:gd name="T36" fmla="*/ 22 w 112"/>
                  <a:gd name="T37" fmla="*/ 37 h 48"/>
                  <a:gd name="T38" fmla="*/ 49 w 112"/>
                  <a:gd name="T39" fmla="*/ 34 h 48"/>
                  <a:gd name="T40" fmla="*/ 51 w 112"/>
                  <a:gd name="T41" fmla="*/ 34 h 48"/>
                  <a:gd name="T42" fmla="*/ 63 w 112"/>
                  <a:gd name="T43" fmla="*/ 34 h 48"/>
                  <a:gd name="T44" fmla="*/ 63 w 112"/>
                  <a:gd name="T45" fmla="*/ 34 h 48"/>
                  <a:gd name="T46" fmla="*/ 96 w 112"/>
                  <a:gd name="T47" fmla="*/ 41 h 48"/>
                  <a:gd name="T48" fmla="*/ 97 w 112"/>
                  <a:gd name="T49" fmla="*/ 42 h 48"/>
                  <a:gd name="T50" fmla="*/ 97 w 112"/>
                  <a:gd name="T51" fmla="*/ 42 h 48"/>
                  <a:gd name="T52" fmla="*/ 98 w 112"/>
                  <a:gd name="T53" fmla="*/ 42 h 48"/>
                  <a:gd name="T54" fmla="*/ 101 w 112"/>
                  <a:gd name="T55" fmla="*/ 44 h 48"/>
                  <a:gd name="T56" fmla="*/ 100 w 112"/>
                  <a:gd name="T57" fmla="*/ 45 h 48"/>
                  <a:gd name="T58" fmla="*/ 101 w 112"/>
                  <a:gd name="T59" fmla="*/ 45 h 48"/>
                  <a:gd name="T60" fmla="*/ 108 w 112"/>
                  <a:gd name="T61" fmla="*/ 48 h 48"/>
                  <a:gd name="T62" fmla="*/ 112 w 112"/>
                  <a:gd name="T63" fmla="*/ 47 h 48"/>
                  <a:gd name="T64" fmla="*/ 112 w 112"/>
                  <a:gd name="T65" fmla="*/ 0 h 48"/>
                  <a:gd name="T66" fmla="*/ 112 w 112"/>
                  <a:gd name="T67" fmla="*/ 0 h 48"/>
                  <a:gd name="T68" fmla="*/ 112 w 112"/>
                  <a:gd name="T69" fmla="*/ 0 h 48"/>
                  <a:gd name="T70" fmla="*/ 106 w 112"/>
                  <a:gd name="T71" fmla="*/ 2 h 48"/>
                  <a:gd name="T72" fmla="*/ 96 w 112"/>
                  <a:gd name="T73" fmla="*/ 0 h 48"/>
                  <a:gd name="T74" fmla="*/ 84 w 112"/>
                  <a:gd name="T7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12" h="48">
                    <a:moveTo>
                      <a:pt x="84" y="0"/>
                    </a:moveTo>
                    <a:cubicBezTo>
                      <a:pt x="82" y="0"/>
                      <a:pt x="79" y="0"/>
                      <a:pt x="76" y="0"/>
                    </a:cubicBezTo>
                    <a:cubicBezTo>
                      <a:pt x="74" y="0"/>
                      <a:pt x="71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56" y="1"/>
                      <a:pt x="44" y="4"/>
                      <a:pt x="32" y="8"/>
                    </a:cubicBezTo>
                    <a:cubicBezTo>
                      <a:pt x="22" y="10"/>
                      <a:pt x="13" y="13"/>
                      <a:pt x="4" y="17"/>
                    </a:cubicBezTo>
                    <a:cubicBezTo>
                      <a:pt x="4" y="18"/>
                      <a:pt x="4" y="18"/>
                      <a:pt x="3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6" y="20"/>
                      <a:pt x="10" y="19"/>
                      <a:pt x="9" y="29"/>
                    </a:cubicBezTo>
                    <a:cubicBezTo>
                      <a:pt x="9" y="31"/>
                      <a:pt x="11" y="32"/>
                      <a:pt x="12" y="36"/>
                    </a:cubicBezTo>
                    <a:cubicBezTo>
                      <a:pt x="12" y="35"/>
                      <a:pt x="11" y="35"/>
                      <a:pt x="11" y="35"/>
                    </a:cubicBezTo>
                    <a:cubicBezTo>
                      <a:pt x="9" y="35"/>
                      <a:pt x="8" y="36"/>
                      <a:pt x="7" y="37"/>
                    </a:cubicBezTo>
                    <a:cubicBezTo>
                      <a:pt x="6" y="38"/>
                      <a:pt x="5" y="38"/>
                      <a:pt x="4" y="38"/>
                    </a:cubicBezTo>
                    <a:cubicBezTo>
                      <a:pt x="4" y="38"/>
                      <a:pt x="3" y="38"/>
                      <a:pt x="3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1" y="38"/>
                      <a:pt x="0" y="39"/>
                      <a:pt x="0" y="41"/>
                    </a:cubicBezTo>
                    <a:cubicBezTo>
                      <a:pt x="0" y="41"/>
                      <a:pt x="0" y="42"/>
                      <a:pt x="0" y="42"/>
                    </a:cubicBezTo>
                    <a:cubicBezTo>
                      <a:pt x="7" y="40"/>
                      <a:pt x="15" y="39"/>
                      <a:pt x="22" y="37"/>
                    </a:cubicBezTo>
                    <a:cubicBezTo>
                      <a:pt x="31" y="35"/>
                      <a:pt x="40" y="34"/>
                      <a:pt x="49" y="34"/>
                    </a:cubicBezTo>
                    <a:cubicBezTo>
                      <a:pt x="49" y="34"/>
                      <a:pt x="50" y="34"/>
                      <a:pt x="51" y="34"/>
                    </a:cubicBezTo>
                    <a:cubicBezTo>
                      <a:pt x="55" y="34"/>
                      <a:pt x="59" y="34"/>
                      <a:pt x="63" y="34"/>
                    </a:cubicBezTo>
                    <a:cubicBezTo>
                      <a:pt x="63" y="34"/>
                      <a:pt x="63" y="34"/>
                      <a:pt x="63" y="34"/>
                    </a:cubicBezTo>
                    <a:cubicBezTo>
                      <a:pt x="74" y="36"/>
                      <a:pt x="85" y="37"/>
                      <a:pt x="96" y="41"/>
                    </a:cubicBezTo>
                    <a:cubicBezTo>
                      <a:pt x="96" y="42"/>
                      <a:pt x="96" y="42"/>
                      <a:pt x="97" y="42"/>
                    </a:cubicBezTo>
                    <a:cubicBezTo>
                      <a:pt x="97" y="42"/>
                      <a:pt x="97" y="42"/>
                      <a:pt x="97" y="42"/>
                    </a:cubicBezTo>
                    <a:cubicBezTo>
                      <a:pt x="97" y="42"/>
                      <a:pt x="98" y="42"/>
                      <a:pt x="98" y="42"/>
                    </a:cubicBezTo>
                    <a:cubicBezTo>
                      <a:pt x="99" y="42"/>
                      <a:pt x="100" y="42"/>
                      <a:pt x="101" y="44"/>
                    </a:cubicBezTo>
                    <a:cubicBezTo>
                      <a:pt x="101" y="44"/>
                      <a:pt x="100" y="45"/>
                      <a:pt x="100" y="45"/>
                    </a:cubicBezTo>
                    <a:cubicBezTo>
                      <a:pt x="100" y="45"/>
                      <a:pt x="100" y="45"/>
                      <a:pt x="101" y="45"/>
                    </a:cubicBezTo>
                    <a:cubicBezTo>
                      <a:pt x="103" y="46"/>
                      <a:pt x="106" y="48"/>
                      <a:pt x="108" y="48"/>
                    </a:cubicBezTo>
                    <a:cubicBezTo>
                      <a:pt x="109" y="48"/>
                      <a:pt x="111" y="48"/>
                      <a:pt x="112" y="47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110" y="1"/>
                      <a:pt x="108" y="2"/>
                      <a:pt x="106" y="2"/>
                    </a:cubicBezTo>
                    <a:cubicBezTo>
                      <a:pt x="103" y="2"/>
                      <a:pt x="100" y="1"/>
                      <a:pt x="96" y="0"/>
                    </a:cubicBezTo>
                    <a:cubicBezTo>
                      <a:pt x="92" y="0"/>
                      <a:pt x="88" y="0"/>
                      <a:pt x="84" y="0"/>
                    </a:cubicBezTo>
                  </a:path>
                </a:pathLst>
              </a:custGeom>
              <a:solidFill>
                <a:srgbClr val="BFE3F8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14" name="Freeform 8">
                <a:extLst>
                  <a:ext uri="{FF2B5EF4-FFF2-40B4-BE49-F238E27FC236}">
                    <a16:creationId xmlns:a16="http://schemas.microsoft.com/office/drawing/2014/main" id="{4EC05603-0FB4-930E-B6D9-48796EB36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311526"/>
                <a:ext cx="182338" cy="208712"/>
              </a:xfrm>
              <a:custGeom>
                <a:avLst/>
                <a:gdLst>
                  <a:gd name="T0" fmla="*/ 30 w 58"/>
                  <a:gd name="T1" fmla="*/ 0 h 93"/>
                  <a:gd name="T2" fmla="*/ 27 w 58"/>
                  <a:gd name="T3" fmla="*/ 1 h 93"/>
                  <a:gd name="T4" fmla="*/ 27 w 58"/>
                  <a:gd name="T5" fmla="*/ 1 h 93"/>
                  <a:gd name="T6" fmla="*/ 24 w 58"/>
                  <a:gd name="T7" fmla="*/ 1 h 93"/>
                  <a:gd name="T8" fmla="*/ 0 w 58"/>
                  <a:gd name="T9" fmla="*/ 7 h 93"/>
                  <a:gd name="T10" fmla="*/ 0 w 58"/>
                  <a:gd name="T11" fmla="*/ 88 h 93"/>
                  <a:gd name="T12" fmla="*/ 5 w 58"/>
                  <a:gd name="T13" fmla="*/ 93 h 93"/>
                  <a:gd name="T14" fmla="*/ 5 w 58"/>
                  <a:gd name="T15" fmla="*/ 93 h 93"/>
                  <a:gd name="T16" fmla="*/ 6 w 58"/>
                  <a:gd name="T17" fmla="*/ 93 h 93"/>
                  <a:gd name="T18" fmla="*/ 25 w 58"/>
                  <a:gd name="T19" fmla="*/ 84 h 93"/>
                  <a:gd name="T20" fmla="*/ 54 w 58"/>
                  <a:gd name="T21" fmla="*/ 77 h 93"/>
                  <a:gd name="T22" fmla="*/ 54 w 58"/>
                  <a:gd name="T23" fmla="*/ 77 h 93"/>
                  <a:gd name="T24" fmla="*/ 55 w 58"/>
                  <a:gd name="T25" fmla="*/ 77 h 93"/>
                  <a:gd name="T26" fmla="*/ 56 w 58"/>
                  <a:gd name="T27" fmla="*/ 77 h 93"/>
                  <a:gd name="T28" fmla="*/ 56 w 58"/>
                  <a:gd name="T29" fmla="*/ 73 h 93"/>
                  <a:gd name="T30" fmla="*/ 56 w 58"/>
                  <a:gd name="T31" fmla="*/ 73 h 93"/>
                  <a:gd name="T32" fmla="*/ 23 w 58"/>
                  <a:gd name="T33" fmla="*/ 44 h 93"/>
                  <a:gd name="T34" fmla="*/ 20 w 58"/>
                  <a:gd name="T35" fmla="*/ 41 h 93"/>
                  <a:gd name="T36" fmla="*/ 11 w 58"/>
                  <a:gd name="T37" fmla="*/ 32 h 93"/>
                  <a:gd name="T38" fmla="*/ 11 w 58"/>
                  <a:gd name="T39" fmla="*/ 32 h 93"/>
                  <a:gd name="T40" fmla="*/ 4 w 58"/>
                  <a:gd name="T41" fmla="*/ 24 h 93"/>
                  <a:gd name="T42" fmla="*/ 2 w 58"/>
                  <a:gd name="T43" fmla="*/ 19 h 93"/>
                  <a:gd name="T44" fmla="*/ 4 w 58"/>
                  <a:gd name="T45" fmla="*/ 17 h 93"/>
                  <a:gd name="T46" fmla="*/ 27 w 58"/>
                  <a:gd name="T47" fmla="*/ 11 h 93"/>
                  <a:gd name="T48" fmla="*/ 30 w 58"/>
                  <a:gd name="T49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8" h="93">
                    <a:moveTo>
                      <a:pt x="30" y="0"/>
                    </a:moveTo>
                    <a:cubicBezTo>
                      <a:pt x="29" y="0"/>
                      <a:pt x="28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1"/>
                      <a:pt x="25" y="1"/>
                      <a:pt x="24" y="1"/>
                    </a:cubicBezTo>
                    <a:cubicBezTo>
                      <a:pt x="16" y="1"/>
                      <a:pt x="8" y="4"/>
                      <a:pt x="0" y="7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2" y="89"/>
                      <a:pt x="3" y="93"/>
                      <a:pt x="5" y="93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5" y="93"/>
                      <a:pt x="6" y="93"/>
                      <a:pt x="6" y="93"/>
                    </a:cubicBezTo>
                    <a:cubicBezTo>
                      <a:pt x="12" y="91"/>
                      <a:pt x="18" y="86"/>
                      <a:pt x="25" y="84"/>
                    </a:cubicBezTo>
                    <a:cubicBezTo>
                      <a:pt x="35" y="81"/>
                      <a:pt x="44" y="78"/>
                      <a:pt x="54" y="77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5" y="77"/>
                      <a:pt x="55" y="77"/>
                      <a:pt x="55" y="77"/>
                    </a:cubicBezTo>
                    <a:cubicBezTo>
                      <a:pt x="56" y="77"/>
                      <a:pt x="56" y="77"/>
                      <a:pt x="56" y="77"/>
                    </a:cubicBezTo>
                    <a:cubicBezTo>
                      <a:pt x="57" y="77"/>
                      <a:pt x="58" y="77"/>
                      <a:pt x="56" y="73"/>
                    </a:cubicBezTo>
                    <a:cubicBezTo>
                      <a:pt x="56" y="73"/>
                      <a:pt x="56" y="73"/>
                      <a:pt x="56" y="73"/>
                    </a:cubicBezTo>
                    <a:cubicBezTo>
                      <a:pt x="45" y="65"/>
                      <a:pt x="34" y="56"/>
                      <a:pt x="23" y="44"/>
                    </a:cubicBezTo>
                    <a:cubicBezTo>
                      <a:pt x="22" y="43"/>
                      <a:pt x="21" y="44"/>
                      <a:pt x="20" y="41"/>
                    </a:cubicBezTo>
                    <a:cubicBezTo>
                      <a:pt x="17" y="39"/>
                      <a:pt x="14" y="36"/>
                      <a:pt x="11" y="32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9" y="30"/>
                      <a:pt x="6" y="27"/>
                      <a:pt x="4" y="24"/>
                    </a:cubicBezTo>
                    <a:cubicBezTo>
                      <a:pt x="3" y="23"/>
                      <a:pt x="2" y="22"/>
                      <a:pt x="2" y="19"/>
                    </a:cubicBezTo>
                    <a:cubicBezTo>
                      <a:pt x="2" y="17"/>
                      <a:pt x="4" y="17"/>
                      <a:pt x="4" y="17"/>
                    </a:cubicBezTo>
                    <a:cubicBezTo>
                      <a:pt x="12" y="13"/>
                      <a:pt x="19" y="13"/>
                      <a:pt x="27" y="11"/>
                    </a:cubicBezTo>
                    <a:cubicBezTo>
                      <a:pt x="32" y="9"/>
                      <a:pt x="32" y="9"/>
                      <a:pt x="30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372FD63B-9A7B-96FA-4871-FBC99DE1F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327069"/>
                <a:ext cx="0" cy="182068"/>
              </a:xfrm>
              <a:custGeom>
                <a:avLst/>
                <a:gdLst>
                  <a:gd name="T0" fmla="*/ 0 h 81"/>
                  <a:gd name="T1" fmla="*/ 0 h 81"/>
                  <a:gd name="T2" fmla="*/ 81 h 81"/>
                  <a:gd name="T3" fmla="*/ 81 h 81"/>
                  <a:gd name="T4" fmla="*/ 81 h 81"/>
                  <a:gd name="T5" fmla="*/ 0 h 8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8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6AEBB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118D31FB-4D52-BAB3-CEF1-10D73C3F0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2492" y="199399"/>
                <a:ext cx="285195" cy="107686"/>
              </a:xfrm>
              <a:custGeom>
                <a:avLst/>
                <a:gdLst>
                  <a:gd name="T0" fmla="*/ 91 w 91"/>
                  <a:gd name="T1" fmla="*/ 0 h 48"/>
                  <a:gd name="T2" fmla="*/ 91 w 91"/>
                  <a:gd name="T3" fmla="*/ 0 h 48"/>
                  <a:gd name="T4" fmla="*/ 0 w 91"/>
                  <a:gd name="T5" fmla="*/ 40 h 48"/>
                  <a:gd name="T6" fmla="*/ 0 w 91"/>
                  <a:gd name="T7" fmla="*/ 40 h 48"/>
                  <a:gd name="T8" fmla="*/ 0 w 91"/>
                  <a:gd name="T9" fmla="*/ 40 h 48"/>
                  <a:gd name="T10" fmla="*/ 2 w 91"/>
                  <a:gd name="T11" fmla="*/ 43 h 48"/>
                  <a:gd name="T12" fmla="*/ 2 w 91"/>
                  <a:gd name="T13" fmla="*/ 43 h 48"/>
                  <a:gd name="T14" fmla="*/ 16 w 91"/>
                  <a:gd name="T15" fmla="*/ 43 h 48"/>
                  <a:gd name="T16" fmla="*/ 34 w 91"/>
                  <a:gd name="T17" fmla="*/ 42 h 48"/>
                  <a:gd name="T18" fmla="*/ 53 w 91"/>
                  <a:gd name="T19" fmla="*/ 44 h 48"/>
                  <a:gd name="T20" fmla="*/ 69 w 91"/>
                  <a:gd name="T21" fmla="*/ 48 h 48"/>
                  <a:gd name="T22" fmla="*/ 70 w 91"/>
                  <a:gd name="T23" fmla="*/ 48 h 48"/>
                  <a:gd name="T24" fmla="*/ 85 w 91"/>
                  <a:gd name="T25" fmla="*/ 28 h 48"/>
                  <a:gd name="T26" fmla="*/ 91 w 91"/>
                  <a:gd name="T27" fmla="*/ 17 h 48"/>
                  <a:gd name="T28" fmla="*/ 91 w 91"/>
                  <a:gd name="T29" fmla="*/ 17 h 48"/>
                  <a:gd name="T30" fmla="*/ 91 w 91"/>
                  <a:gd name="T31" fmla="*/ 17 h 48"/>
                  <a:gd name="T32" fmla="*/ 91 w 91"/>
                  <a:gd name="T33" fmla="*/ 0 h 48"/>
                  <a:gd name="T34" fmla="*/ 91 w 91"/>
                  <a:gd name="T3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48">
                    <a:moveTo>
                      <a:pt x="91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60" y="7"/>
                      <a:pt x="29" y="2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3"/>
                      <a:pt x="1" y="43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7" y="43"/>
                      <a:pt x="11" y="43"/>
                      <a:pt x="16" y="43"/>
                    </a:cubicBezTo>
                    <a:cubicBezTo>
                      <a:pt x="22" y="42"/>
                      <a:pt x="28" y="42"/>
                      <a:pt x="34" y="42"/>
                    </a:cubicBezTo>
                    <a:cubicBezTo>
                      <a:pt x="40" y="42"/>
                      <a:pt x="47" y="42"/>
                      <a:pt x="53" y="44"/>
                    </a:cubicBezTo>
                    <a:cubicBezTo>
                      <a:pt x="58" y="46"/>
                      <a:pt x="63" y="47"/>
                      <a:pt x="69" y="48"/>
                    </a:cubicBezTo>
                    <a:cubicBezTo>
                      <a:pt x="69" y="48"/>
                      <a:pt x="69" y="48"/>
                      <a:pt x="70" y="48"/>
                    </a:cubicBezTo>
                    <a:cubicBezTo>
                      <a:pt x="76" y="48"/>
                      <a:pt x="81" y="38"/>
                      <a:pt x="85" y="28"/>
                    </a:cubicBezTo>
                    <a:cubicBezTo>
                      <a:pt x="87" y="24"/>
                      <a:pt x="88" y="19"/>
                      <a:pt x="91" y="17"/>
                    </a:cubicBezTo>
                    <a:cubicBezTo>
                      <a:pt x="91" y="17"/>
                      <a:pt x="91" y="17"/>
                      <a:pt x="91" y="17"/>
                    </a:cubicBezTo>
                    <a:cubicBezTo>
                      <a:pt x="91" y="17"/>
                      <a:pt x="91" y="17"/>
                      <a:pt x="91" y="17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B1A1C5F4-54EC-5751-77F9-2E2C7C40B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4180" y="465840"/>
                <a:ext cx="213506" cy="206491"/>
              </a:xfrm>
              <a:custGeom>
                <a:avLst/>
                <a:gdLst>
                  <a:gd name="T0" fmla="*/ 42 w 68"/>
                  <a:gd name="T1" fmla="*/ 0 h 92"/>
                  <a:gd name="T2" fmla="*/ 38 w 68"/>
                  <a:gd name="T3" fmla="*/ 2 h 92"/>
                  <a:gd name="T4" fmla="*/ 9 w 68"/>
                  <a:gd name="T5" fmla="*/ 21 h 92"/>
                  <a:gd name="T6" fmla="*/ 4 w 68"/>
                  <a:gd name="T7" fmla="*/ 22 h 92"/>
                  <a:gd name="T8" fmla="*/ 4 w 68"/>
                  <a:gd name="T9" fmla="*/ 22 h 92"/>
                  <a:gd name="T10" fmla="*/ 3 w 68"/>
                  <a:gd name="T11" fmla="*/ 22 h 92"/>
                  <a:gd name="T12" fmla="*/ 0 w 68"/>
                  <a:gd name="T13" fmla="*/ 22 h 92"/>
                  <a:gd name="T14" fmla="*/ 12 w 68"/>
                  <a:gd name="T15" fmla="*/ 25 h 92"/>
                  <a:gd name="T16" fmla="*/ 19 w 68"/>
                  <a:gd name="T17" fmla="*/ 28 h 92"/>
                  <a:gd name="T18" fmla="*/ 20 w 68"/>
                  <a:gd name="T19" fmla="*/ 33 h 92"/>
                  <a:gd name="T20" fmla="*/ 4 w 68"/>
                  <a:gd name="T21" fmla="*/ 47 h 92"/>
                  <a:gd name="T22" fmla="*/ 4 w 68"/>
                  <a:gd name="T23" fmla="*/ 47 h 92"/>
                  <a:gd name="T24" fmla="*/ 4 w 68"/>
                  <a:gd name="T25" fmla="*/ 48 h 92"/>
                  <a:gd name="T26" fmla="*/ 4 w 68"/>
                  <a:gd name="T27" fmla="*/ 48 h 92"/>
                  <a:gd name="T28" fmla="*/ 8 w 68"/>
                  <a:gd name="T29" fmla="*/ 49 h 92"/>
                  <a:gd name="T30" fmla="*/ 27 w 68"/>
                  <a:gd name="T31" fmla="*/ 60 h 92"/>
                  <a:gd name="T32" fmla="*/ 50 w 68"/>
                  <a:gd name="T33" fmla="*/ 77 h 92"/>
                  <a:gd name="T34" fmla="*/ 68 w 68"/>
                  <a:gd name="T35" fmla="*/ 92 h 92"/>
                  <a:gd name="T36" fmla="*/ 68 w 68"/>
                  <a:gd name="T37" fmla="*/ 53 h 92"/>
                  <a:gd name="T38" fmla="*/ 64 w 68"/>
                  <a:gd name="T39" fmla="*/ 49 h 92"/>
                  <a:gd name="T40" fmla="*/ 56 w 68"/>
                  <a:gd name="T41" fmla="*/ 43 h 92"/>
                  <a:gd name="T42" fmla="*/ 28 w 68"/>
                  <a:gd name="T43" fmla="*/ 29 h 92"/>
                  <a:gd name="T44" fmla="*/ 28 w 68"/>
                  <a:gd name="T45" fmla="*/ 29 h 92"/>
                  <a:gd name="T46" fmla="*/ 27 w 68"/>
                  <a:gd name="T47" fmla="*/ 31 h 92"/>
                  <a:gd name="T48" fmla="*/ 24 w 68"/>
                  <a:gd name="T49" fmla="*/ 27 h 92"/>
                  <a:gd name="T50" fmla="*/ 27 w 68"/>
                  <a:gd name="T51" fmla="*/ 22 h 92"/>
                  <a:gd name="T52" fmla="*/ 42 w 68"/>
                  <a:gd name="T53" fmla="*/ 6 h 92"/>
                  <a:gd name="T54" fmla="*/ 44 w 68"/>
                  <a:gd name="T55" fmla="*/ 1 h 92"/>
                  <a:gd name="T56" fmla="*/ 42 w 68"/>
                  <a:gd name="T5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8" h="92">
                    <a:moveTo>
                      <a:pt x="42" y="0"/>
                    </a:moveTo>
                    <a:cubicBezTo>
                      <a:pt x="41" y="0"/>
                      <a:pt x="39" y="1"/>
                      <a:pt x="38" y="2"/>
                    </a:cubicBezTo>
                    <a:cubicBezTo>
                      <a:pt x="29" y="10"/>
                      <a:pt x="19" y="16"/>
                      <a:pt x="9" y="21"/>
                    </a:cubicBezTo>
                    <a:cubicBezTo>
                      <a:pt x="7" y="22"/>
                      <a:pt x="6" y="22"/>
                      <a:pt x="4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2" y="22"/>
                      <a:pt x="1" y="22"/>
                      <a:pt x="0" y="22"/>
                    </a:cubicBezTo>
                    <a:cubicBezTo>
                      <a:pt x="4" y="25"/>
                      <a:pt x="8" y="23"/>
                      <a:pt x="12" y="25"/>
                    </a:cubicBezTo>
                    <a:cubicBezTo>
                      <a:pt x="14" y="27"/>
                      <a:pt x="17" y="27"/>
                      <a:pt x="19" y="28"/>
                    </a:cubicBezTo>
                    <a:cubicBezTo>
                      <a:pt x="21" y="29"/>
                      <a:pt x="21" y="31"/>
                      <a:pt x="20" y="33"/>
                    </a:cubicBezTo>
                    <a:cubicBezTo>
                      <a:pt x="15" y="39"/>
                      <a:pt x="10" y="45"/>
                      <a:pt x="4" y="47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7"/>
                      <a:pt x="4" y="48"/>
                      <a:pt x="4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5" y="49"/>
                      <a:pt x="6" y="49"/>
                      <a:pt x="8" y="49"/>
                    </a:cubicBezTo>
                    <a:cubicBezTo>
                      <a:pt x="14" y="51"/>
                      <a:pt x="20" y="56"/>
                      <a:pt x="27" y="60"/>
                    </a:cubicBezTo>
                    <a:cubicBezTo>
                      <a:pt x="35" y="65"/>
                      <a:pt x="43" y="70"/>
                      <a:pt x="50" y="77"/>
                    </a:cubicBezTo>
                    <a:cubicBezTo>
                      <a:pt x="56" y="82"/>
                      <a:pt x="62" y="87"/>
                      <a:pt x="68" y="92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7" y="51"/>
                      <a:pt x="65" y="49"/>
                      <a:pt x="64" y="49"/>
                    </a:cubicBezTo>
                    <a:cubicBezTo>
                      <a:pt x="61" y="47"/>
                      <a:pt x="58" y="45"/>
                      <a:pt x="56" y="43"/>
                    </a:cubicBezTo>
                    <a:cubicBezTo>
                      <a:pt x="46" y="38"/>
                      <a:pt x="37" y="32"/>
                      <a:pt x="28" y="29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8" y="30"/>
                      <a:pt x="27" y="30"/>
                      <a:pt x="27" y="31"/>
                    </a:cubicBezTo>
                    <a:cubicBezTo>
                      <a:pt x="26" y="31"/>
                      <a:pt x="24" y="30"/>
                      <a:pt x="24" y="27"/>
                    </a:cubicBezTo>
                    <a:cubicBezTo>
                      <a:pt x="24" y="25"/>
                      <a:pt x="26" y="23"/>
                      <a:pt x="27" y="22"/>
                    </a:cubicBezTo>
                    <a:cubicBezTo>
                      <a:pt x="32" y="18"/>
                      <a:pt x="37" y="11"/>
                      <a:pt x="42" y="6"/>
                    </a:cubicBezTo>
                    <a:cubicBezTo>
                      <a:pt x="43" y="5"/>
                      <a:pt x="43" y="3"/>
                      <a:pt x="44" y="1"/>
                    </a:cubicBezTo>
                    <a:cubicBezTo>
                      <a:pt x="43" y="1"/>
                      <a:pt x="43" y="0"/>
                      <a:pt x="42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7005F77A-024E-E660-9226-192D9F4B8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830" y="237145"/>
                <a:ext cx="342857" cy="118788"/>
              </a:xfrm>
              <a:custGeom>
                <a:avLst/>
                <a:gdLst>
                  <a:gd name="T0" fmla="*/ 109 w 109"/>
                  <a:gd name="T1" fmla="*/ 0 h 53"/>
                  <a:gd name="T2" fmla="*/ 103 w 109"/>
                  <a:gd name="T3" fmla="*/ 11 h 53"/>
                  <a:gd name="T4" fmla="*/ 88 w 109"/>
                  <a:gd name="T5" fmla="*/ 31 h 53"/>
                  <a:gd name="T6" fmla="*/ 87 w 109"/>
                  <a:gd name="T7" fmla="*/ 31 h 53"/>
                  <a:gd name="T8" fmla="*/ 71 w 109"/>
                  <a:gd name="T9" fmla="*/ 27 h 53"/>
                  <a:gd name="T10" fmla="*/ 52 w 109"/>
                  <a:gd name="T11" fmla="*/ 25 h 53"/>
                  <a:gd name="T12" fmla="*/ 34 w 109"/>
                  <a:gd name="T13" fmla="*/ 26 h 53"/>
                  <a:gd name="T14" fmla="*/ 20 w 109"/>
                  <a:gd name="T15" fmla="*/ 26 h 53"/>
                  <a:gd name="T16" fmla="*/ 20 w 109"/>
                  <a:gd name="T17" fmla="*/ 26 h 53"/>
                  <a:gd name="T18" fmla="*/ 18 w 109"/>
                  <a:gd name="T19" fmla="*/ 23 h 53"/>
                  <a:gd name="T20" fmla="*/ 18 w 109"/>
                  <a:gd name="T21" fmla="*/ 23 h 53"/>
                  <a:gd name="T22" fmla="*/ 0 w 109"/>
                  <a:gd name="T23" fmla="*/ 36 h 53"/>
                  <a:gd name="T24" fmla="*/ 0 w 109"/>
                  <a:gd name="T25" fmla="*/ 36 h 53"/>
                  <a:gd name="T26" fmla="*/ 0 w 109"/>
                  <a:gd name="T27" fmla="*/ 36 h 53"/>
                  <a:gd name="T28" fmla="*/ 0 w 109"/>
                  <a:gd name="T29" fmla="*/ 36 h 53"/>
                  <a:gd name="T30" fmla="*/ 1 w 109"/>
                  <a:gd name="T31" fmla="*/ 40 h 53"/>
                  <a:gd name="T32" fmla="*/ 2 w 109"/>
                  <a:gd name="T33" fmla="*/ 40 h 53"/>
                  <a:gd name="T34" fmla="*/ 6 w 109"/>
                  <a:gd name="T35" fmla="*/ 39 h 53"/>
                  <a:gd name="T36" fmla="*/ 8 w 109"/>
                  <a:gd name="T37" fmla="*/ 39 h 53"/>
                  <a:gd name="T38" fmla="*/ 9 w 109"/>
                  <a:gd name="T39" fmla="*/ 39 h 53"/>
                  <a:gd name="T40" fmla="*/ 14 w 109"/>
                  <a:gd name="T41" fmla="*/ 37 h 53"/>
                  <a:gd name="T42" fmla="*/ 15 w 109"/>
                  <a:gd name="T43" fmla="*/ 37 h 53"/>
                  <a:gd name="T44" fmla="*/ 18 w 109"/>
                  <a:gd name="T45" fmla="*/ 40 h 53"/>
                  <a:gd name="T46" fmla="*/ 21 w 109"/>
                  <a:gd name="T47" fmla="*/ 41 h 53"/>
                  <a:gd name="T48" fmla="*/ 30 w 109"/>
                  <a:gd name="T49" fmla="*/ 40 h 53"/>
                  <a:gd name="T50" fmla="*/ 39 w 109"/>
                  <a:gd name="T51" fmla="*/ 39 h 53"/>
                  <a:gd name="T52" fmla="*/ 39 w 109"/>
                  <a:gd name="T53" fmla="*/ 39 h 53"/>
                  <a:gd name="T54" fmla="*/ 82 w 109"/>
                  <a:gd name="T55" fmla="*/ 44 h 53"/>
                  <a:gd name="T56" fmla="*/ 85 w 109"/>
                  <a:gd name="T57" fmla="*/ 47 h 53"/>
                  <a:gd name="T58" fmla="*/ 84 w 109"/>
                  <a:gd name="T59" fmla="*/ 50 h 53"/>
                  <a:gd name="T60" fmla="*/ 83 w 109"/>
                  <a:gd name="T61" fmla="*/ 50 h 53"/>
                  <a:gd name="T62" fmla="*/ 82 w 109"/>
                  <a:gd name="T63" fmla="*/ 50 h 53"/>
                  <a:gd name="T64" fmla="*/ 82 w 109"/>
                  <a:gd name="T65" fmla="*/ 50 h 53"/>
                  <a:gd name="T66" fmla="*/ 68 w 109"/>
                  <a:gd name="T67" fmla="*/ 50 h 53"/>
                  <a:gd name="T68" fmla="*/ 68 w 109"/>
                  <a:gd name="T69" fmla="*/ 50 h 53"/>
                  <a:gd name="T70" fmla="*/ 67 w 109"/>
                  <a:gd name="T71" fmla="*/ 50 h 53"/>
                  <a:gd name="T72" fmla="*/ 67 w 109"/>
                  <a:gd name="T73" fmla="*/ 50 h 53"/>
                  <a:gd name="T74" fmla="*/ 65 w 109"/>
                  <a:gd name="T75" fmla="*/ 51 h 53"/>
                  <a:gd name="T76" fmla="*/ 65 w 109"/>
                  <a:gd name="T77" fmla="*/ 51 h 53"/>
                  <a:gd name="T78" fmla="*/ 65 w 109"/>
                  <a:gd name="T79" fmla="*/ 51 h 53"/>
                  <a:gd name="T80" fmla="*/ 65 w 109"/>
                  <a:gd name="T81" fmla="*/ 51 h 53"/>
                  <a:gd name="T82" fmla="*/ 73 w 109"/>
                  <a:gd name="T83" fmla="*/ 51 h 53"/>
                  <a:gd name="T84" fmla="*/ 81 w 109"/>
                  <a:gd name="T85" fmla="*/ 51 h 53"/>
                  <a:gd name="T86" fmla="*/ 93 w 109"/>
                  <a:gd name="T87" fmla="*/ 51 h 53"/>
                  <a:gd name="T88" fmla="*/ 103 w 109"/>
                  <a:gd name="T89" fmla="*/ 53 h 53"/>
                  <a:gd name="T90" fmla="*/ 109 w 109"/>
                  <a:gd name="T91" fmla="*/ 51 h 53"/>
                  <a:gd name="T92" fmla="*/ 109 w 109"/>
                  <a:gd name="T93" fmla="*/ 51 h 53"/>
                  <a:gd name="T94" fmla="*/ 109 w 109"/>
                  <a:gd name="T95" fmla="*/ 0 h 53"/>
                  <a:gd name="T96" fmla="*/ 109 w 109"/>
                  <a:gd name="T9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9" h="53">
                    <a:moveTo>
                      <a:pt x="109" y="0"/>
                    </a:moveTo>
                    <a:cubicBezTo>
                      <a:pt x="106" y="2"/>
                      <a:pt x="105" y="7"/>
                      <a:pt x="103" y="11"/>
                    </a:cubicBezTo>
                    <a:cubicBezTo>
                      <a:pt x="99" y="21"/>
                      <a:pt x="94" y="31"/>
                      <a:pt x="88" y="31"/>
                    </a:cubicBezTo>
                    <a:cubicBezTo>
                      <a:pt x="87" y="31"/>
                      <a:pt x="87" y="31"/>
                      <a:pt x="87" y="31"/>
                    </a:cubicBezTo>
                    <a:cubicBezTo>
                      <a:pt x="81" y="30"/>
                      <a:pt x="76" y="29"/>
                      <a:pt x="71" y="27"/>
                    </a:cubicBezTo>
                    <a:cubicBezTo>
                      <a:pt x="65" y="25"/>
                      <a:pt x="58" y="25"/>
                      <a:pt x="52" y="25"/>
                    </a:cubicBezTo>
                    <a:cubicBezTo>
                      <a:pt x="46" y="25"/>
                      <a:pt x="40" y="25"/>
                      <a:pt x="34" y="26"/>
                    </a:cubicBezTo>
                    <a:cubicBezTo>
                      <a:pt x="29" y="26"/>
                      <a:pt x="25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6"/>
                      <a:pt x="18" y="26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2" y="28"/>
                      <a:pt x="6" y="32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9"/>
                      <a:pt x="0" y="40"/>
                      <a:pt x="1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4" y="39"/>
                      <a:pt x="5" y="39"/>
                      <a:pt x="6" y="39"/>
                    </a:cubicBezTo>
                    <a:cubicBezTo>
                      <a:pt x="6" y="39"/>
                      <a:pt x="7" y="39"/>
                      <a:pt x="8" y="39"/>
                    </a:cubicBezTo>
                    <a:cubicBezTo>
                      <a:pt x="8" y="39"/>
                      <a:pt x="9" y="39"/>
                      <a:pt x="9" y="39"/>
                    </a:cubicBezTo>
                    <a:cubicBezTo>
                      <a:pt x="11" y="39"/>
                      <a:pt x="12" y="39"/>
                      <a:pt x="14" y="37"/>
                    </a:cubicBezTo>
                    <a:cubicBezTo>
                      <a:pt x="14" y="37"/>
                      <a:pt x="14" y="37"/>
                      <a:pt x="15" y="37"/>
                    </a:cubicBezTo>
                    <a:cubicBezTo>
                      <a:pt x="16" y="37"/>
                      <a:pt x="17" y="38"/>
                      <a:pt x="18" y="40"/>
                    </a:cubicBezTo>
                    <a:cubicBezTo>
                      <a:pt x="19" y="41"/>
                      <a:pt x="20" y="41"/>
                      <a:pt x="21" y="41"/>
                    </a:cubicBezTo>
                    <a:cubicBezTo>
                      <a:pt x="24" y="41"/>
                      <a:pt x="27" y="40"/>
                      <a:pt x="30" y="40"/>
                    </a:cubicBezTo>
                    <a:cubicBezTo>
                      <a:pt x="33" y="39"/>
                      <a:pt x="36" y="39"/>
                      <a:pt x="39" y="39"/>
                    </a:cubicBezTo>
                    <a:cubicBezTo>
                      <a:pt x="39" y="39"/>
                      <a:pt x="39" y="39"/>
                      <a:pt x="39" y="39"/>
                    </a:cubicBezTo>
                    <a:cubicBezTo>
                      <a:pt x="54" y="39"/>
                      <a:pt x="68" y="40"/>
                      <a:pt x="82" y="44"/>
                    </a:cubicBezTo>
                    <a:cubicBezTo>
                      <a:pt x="84" y="44"/>
                      <a:pt x="85" y="44"/>
                      <a:pt x="85" y="47"/>
                    </a:cubicBezTo>
                    <a:cubicBezTo>
                      <a:pt x="85" y="49"/>
                      <a:pt x="84" y="50"/>
                      <a:pt x="84" y="50"/>
                    </a:cubicBezTo>
                    <a:cubicBezTo>
                      <a:pt x="84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2" y="50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78" y="50"/>
                      <a:pt x="73" y="50"/>
                      <a:pt x="68" y="50"/>
                    </a:cubicBezTo>
                    <a:cubicBezTo>
                      <a:pt x="68" y="50"/>
                      <a:pt x="68" y="50"/>
                      <a:pt x="68" y="50"/>
                    </a:cubicBezTo>
                    <a:cubicBezTo>
                      <a:pt x="68" y="50"/>
                      <a:pt x="68" y="50"/>
                      <a:pt x="67" y="50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6" y="50"/>
                      <a:pt x="65" y="50"/>
                      <a:pt x="65" y="51"/>
                    </a:cubicBezTo>
                    <a:cubicBezTo>
                      <a:pt x="65" y="51"/>
                      <a:pt x="65" y="51"/>
                      <a:pt x="65" y="51"/>
                    </a:cubicBezTo>
                    <a:cubicBezTo>
                      <a:pt x="65" y="51"/>
                      <a:pt x="65" y="51"/>
                      <a:pt x="65" y="51"/>
                    </a:cubicBezTo>
                    <a:cubicBezTo>
                      <a:pt x="65" y="51"/>
                      <a:pt x="65" y="51"/>
                      <a:pt x="65" y="51"/>
                    </a:cubicBezTo>
                    <a:cubicBezTo>
                      <a:pt x="68" y="51"/>
                      <a:pt x="71" y="51"/>
                      <a:pt x="73" y="51"/>
                    </a:cubicBezTo>
                    <a:cubicBezTo>
                      <a:pt x="76" y="51"/>
                      <a:pt x="79" y="51"/>
                      <a:pt x="81" y="51"/>
                    </a:cubicBezTo>
                    <a:cubicBezTo>
                      <a:pt x="85" y="51"/>
                      <a:pt x="89" y="51"/>
                      <a:pt x="93" y="51"/>
                    </a:cubicBezTo>
                    <a:cubicBezTo>
                      <a:pt x="97" y="52"/>
                      <a:pt x="100" y="53"/>
                      <a:pt x="103" y="53"/>
                    </a:cubicBezTo>
                    <a:cubicBezTo>
                      <a:pt x="105" y="53"/>
                      <a:pt x="107" y="52"/>
                      <a:pt x="109" y="51"/>
                    </a:cubicBezTo>
                    <a:cubicBezTo>
                      <a:pt x="109" y="51"/>
                      <a:pt x="109" y="51"/>
                      <a:pt x="109" y="51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B732C057-5A54-8F19-CD65-770563EAB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509136"/>
                <a:ext cx="272727" cy="118788"/>
              </a:xfrm>
              <a:custGeom>
                <a:avLst/>
                <a:gdLst>
                  <a:gd name="T0" fmla="*/ 0 w 87"/>
                  <a:gd name="T1" fmla="*/ 0 h 53"/>
                  <a:gd name="T2" fmla="*/ 0 w 87"/>
                  <a:gd name="T3" fmla="*/ 36 h 53"/>
                  <a:gd name="T4" fmla="*/ 25 w 87"/>
                  <a:gd name="T5" fmla="*/ 46 h 53"/>
                  <a:gd name="T6" fmla="*/ 49 w 87"/>
                  <a:gd name="T7" fmla="*/ 51 h 53"/>
                  <a:gd name="T8" fmla="*/ 64 w 87"/>
                  <a:gd name="T9" fmla="*/ 53 h 53"/>
                  <a:gd name="T10" fmla="*/ 67 w 87"/>
                  <a:gd name="T11" fmla="*/ 53 h 53"/>
                  <a:gd name="T12" fmla="*/ 84 w 87"/>
                  <a:gd name="T13" fmla="*/ 51 h 53"/>
                  <a:gd name="T14" fmla="*/ 87 w 87"/>
                  <a:gd name="T15" fmla="*/ 48 h 53"/>
                  <a:gd name="T16" fmla="*/ 60 w 87"/>
                  <a:gd name="T17" fmla="*/ 39 h 53"/>
                  <a:gd name="T18" fmla="*/ 44 w 87"/>
                  <a:gd name="T19" fmla="*/ 31 h 53"/>
                  <a:gd name="T20" fmla="*/ 17 w 87"/>
                  <a:gd name="T21" fmla="*/ 13 h 53"/>
                  <a:gd name="T22" fmla="*/ 5 w 87"/>
                  <a:gd name="T23" fmla="*/ 5 h 53"/>
                  <a:gd name="T24" fmla="*/ 6 w 87"/>
                  <a:gd name="T25" fmla="*/ 5 h 53"/>
                  <a:gd name="T26" fmla="*/ 5 w 87"/>
                  <a:gd name="T27" fmla="*/ 5 h 53"/>
                  <a:gd name="T28" fmla="*/ 5 w 87"/>
                  <a:gd name="T29" fmla="*/ 5 h 53"/>
                  <a:gd name="T30" fmla="*/ 0 w 87"/>
                  <a:gd name="T31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7" h="53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9" y="39"/>
                      <a:pt x="17" y="44"/>
                      <a:pt x="25" y="46"/>
                    </a:cubicBezTo>
                    <a:cubicBezTo>
                      <a:pt x="33" y="48"/>
                      <a:pt x="41" y="50"/>
                      <a:pt x="49" y="51"/>
                    </a:cubicBezTo>
                    <a:cubicBezTo>
                      <a:pt x="54" y="51"/>
                      <a:pt x="59" y="53"/>
                      <a:pt x="64" y="53"/>
                    </a:cubicBezTo>
                    <a:cubicBezTo>
                      <a:pt x="65" y="53"/>
                      <a:pt x="66" y="53"/>
                      <a:pt x="67" y="53"/>
                    </a:cubicBezTo>
                    <a:cubicBezTo>
                      <a:pt x="73" y="52"/>
                      <a:pt x="78" y="52"/>
                      <a:pt x="84" y="51"/>
                    </a:cubicBezTo>
                    <a:cubicBezTo>
                      <a:pt x="85" y="51"/>
                      <a:pt x="86" y="51"/>
                      <a:pt x="87" y="48"/>
                    </a:cubicBezTo>
                    <a:cubicBezTo>
                      <a:pt x="78" y="47"/>
                      <a:pt x="69" y="43"/>
                      <a:pt x="60" y="39"/>
                    </a:cubicBezTo>
                    <a:cubicBezTo>
                      <a:pt x="55" y="37"/>
                      <a:pt x="49" y="35"/>
                      <a:pt x="44" y="31"/>
                    </a:cubicBezTo>
                    <a:cubicBezTo>
                      <a:pt x="35" y="25"/>
                      <a:pt x="26" y="21"/>
                      <a:pt x="17" y="13"/>
                    </a:cubicBezTo>
                    <a:cubicBezTo>
                      <a:pt x="13" y="10"/>
                      <a:pt x="9" y="8"/>
                      <a:pt x="5" y="5"/>
                    </a:cubicBezTo>
                    <a:cubicBezTo>
                      <a:pt x="5" y="5"/>
                      <a:pt x="6" y="5"/>
                      <a:pt x="6" y="5"/>
                    </a:cubicBezTo>
                    <a:cubicBezTo>
                      <a:pt x="6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3" y="5"/>
                      <a:pt x="2" y="1"/>
                      <a:pt x="0" y="0"/>
                    </a:cubicBezTo>
                  </a:path>
                </a:pathLst>
              </a:custGeom>
              <a:solidFill>
                <a:srgbClr val="FBFCFD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0" name="Freeform 14">
                <a:extLst>
                  <a:ext uri="{FF2B5EF4-FFF2-40B4-BE49-F238E27FC236}">
                    <a16:creationId xmlns:a16="http://schemas.microsoft.com/office/drawing/2014/main" id="{E3AB26E6-7B4E-23FE-5C52-3B53CE9E8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509136"/>
                <a:ext cx="0" cy="79932"/>
              </a:xfrm>
              <a:custGeom>
                <a:avLst/>
                <a:gdLst>
                  <a:gd name="T0" fmla="*/ 0 h 36"/>
                  <a:gd name="T1" fmla="*/ 36 h 36"/>
                  <a:gd name="T2" fmla="*/ 36 h 36"/>
                  <a:gd name="T3" fmla="*/ 36 h 36"/>
                  <a:gd name="T4" fmla="*/ 0 h 36"/>
                  <a:gd name="T5" fmla="*/ 0 h 36"/>
                  <a:gd name="T6" fmla="*/ 0 h 3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B9BCBC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1" name="Freeform 15">
                <a:extLst>
                  <a:ext uri="{FF2B5EF4-FFF2-40B4-BE49-F238E27FC236}">
                    <a16:creationId xmlns:a16="http://schemas.microsoft.com/office/drawing/2014/main" id="{28C25CCB-3E67-FF3F-FBA4-C5AE13056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589068"/>
                <a:ext cx="389610" cy="65500"/>
              </a:xfrm>
              <a:custGeom>
                <a:avLst/>
                <a:gdLst>
                  <a:gd name="T0" fmla="*/ 0 w 124"/>
                  <a:gd name="T1" fmla="*/ 0 h 29"/>
                  <a:gd name="T2" fmla="*/ 0 w 124"/>
                  <a:gd name="T3" fmla="*/ 11 h 29"/>
                  <a:gd name="T4" fmla="*/ 26 w 124"/>
                  <a:gd name="T5" fmla="*/ 22 h 29"/>
                  <a:gd name="T6" fmla="*/ 76 w 124"/>
                  <a:gd name="T7" fmla="*/ 29 h 29"/>
                  <a:gd name="T8" fmla="*/ 76 w 124"/>
                  <a:gd name="T9" fmla="*/ 29 h 29"/>
                  <a:gd name="T10" fmla="*/ 79 w 124"/>
                  <a:gd name="T11" fmla="*/ 27 h 29"/>
                  <a:gd name="T12" fmla="*/ 81 w 124"/>
                  <a:gd name="T13" fmla="*/ 24 h 29"/>
                  <a:gd name="T14" fmla="*/ 82 w 124"/>
                  <a:gd name="T15" fmla="*/ 24 h 29"/>
                  <a:gd name="T16" fmla="*/ 114 w 124"/>
                  <a:gd name="T17" fmla="*/ 23 h 29"/>
                  <a:gd name="T18" fmla="*/ 119 w 124"/>
                  <a:gd name="T19" fmla="*/ 21 h 29"/>
                  <a:gd name="T20" fmla="*/ 124 w 124"/>
                  <a:gd name="T21" fmla="*/ 16 h 29"/>
                  <a:gd name="T22" fmla="*/ 122 w 124"/>
                  <a:gd name="T23" fmla="*/ 13 h 29"/>
                  <a:gd name="T24" fmla="*/ 122 w 124"/>
                  <a:gd name="T25" fmla="*/ 14 h 29"/>
                  <a:gd name="T26" fmla="*/ 121 w 124"/>
                  <a:gd name="T27" fmla="*/ 14 h 29"/>
                  <a:gd name="T28" fmla="*/ 121 w 124"/>
                  <a:gd name="T29" fmla="*/ 14 h 29"/>
                  <a:gd name="T30" fmla="*/ 95 w 124"/>
                  <a:gd name="T31" fmla="*/ 14 h 29"/>
                  <a:gd name="T32" fmla="*/ 94 w 124"/>
                  <a:gd name="T33" fmla="*/ 14 h 29"/>
                  <a:gd name="T34" fmla="*/ 91 w 124"/>
                  <a:gd name="T35" fmla="*/ 12 h 29"/>
                  <a:gd name="T36" fmla="*/ 91 w 124"/>
                  <a:gd name="T37" fmla="*/ 12 h 29"/>
                  <a:gd name="T38" fmla="*/ 87 w 124"/>
                  <a:gd name="T39" fmla="*/ 12 h 29"/>
                  <a:gd name="T40" fmla="*/ 87 w 124"/>
                  <a:gd name="T41" fmla="*/ 12 h 29"/>
                  <a:gd name="T42" fmla="*/ 84 w 124"/>
                  <a:gd name="T43" fmla="*/ 15 h 29"/>
                  <a:gd name="T44" fmla="*/ 67 w 124"/>
                  <a:gd name="T45" fmla="*/ 17 h 29"/>
                  <a:gd name="T46" fmla="*/ 64 w 124"/>
                  <a:gd name="T47" fmla="*/ 17 h 29"/>
                  <a:gd name="T48" fmla="*/ 49 w 124"/>
                  <a:gd name="T49" fmla="*/ 15 h 29"/>
                  <a:gd name="T50" fmla="*/ 25 w 124"/>
                  <a:gd name="T51" fmla="*/ 10 h 29"/>
                  <a:gd name="T52" fmla="*/ 0 w 124"/>
                  <a:gd name="T5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4" h="29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9" y="14"/>
                      <a:pt x="18" y="18"/>
                      <a:pt x="26" y="22"/>
                    </a:cubicBezTo>
                    <a:cubicBezTo>
                      <a:pt x="43" y="29"/>
                      <a:pt x="59" y="29"/>
                      <a:pt x="76" y="29"/>
                    </a:cubicBezTo>
                    <a:cubicBezTo>
                      <a:pt x="76" y="29"/>
                      <a:pt x="76" y="29"/>
                      <a:pt x="76" y="29"/>
                    </a:cubicBezTo>
                    <a:cubicBezTo>
                      <a:pt x="77" y="29"/>
                      <a:pt x="78" y="28"/>
                      <a:pt x="79" y="27"/>
                    </a:cubicBezTo>
                    <a:cubicBezTo>
                      <a:pt x="79" y="25"/>
                      <a:pt x="80" y="24"/>
                      <a:pt x="81" y="24"/>
                    </a:cubicBezTo>
                    <a:cubicBezTo>
                      <a:pt x="81" y="24"/>
                      <a:pt x="81" y="24"/>
                      <a:pt x="82" y="24"/>
                    </a:cubicBezTo>
                    <a:cubicBezTo>
                      <a:pt x="93" y="24"/>
                      <a:pt x="103" y="25"/>
                      <a:pt x="114" y="23"/>
                    </a:cubicBezTo>
                    <a:cubicBezTo>
                      <a:pt x="115" y="22"/>
                      <a:pt x="117" y="22"/>
                      <a:pt x="119" y="21"/>
                    </a:cubicBezTo>
                    <a:cubicBezTo>
                      <a:pt x="119" y="16"/>
                      <a:pt x="122" y="17"/>
                      <a:pt x="124" y="16"/>
                    </a:cubicBezTo>
                    <a:cubicBezTo>
                      <a:pt x="124" y="14"/>
                      <a:pt x="123" y="13"/>
                      <a:pt x="122" y="13"/>
                    </a:cubicBezTo>
                    <a:cubicBezTo>
                      <a:pt x="122" y="13"/>
                      <a:pt x="122" y="13"/>
                      <a:pt x="122" y="14"/>
                    </a:cubicBezTo>
                    <a:cubicBezTo>
                      <a:pt x="121" y="14"/>
                      <a:pt x="121" y="14"/>
                      <a:pt x="121" y="14"/>
                    </a:cubicBezTo>
                    <a:cubicBezTo>
                      <a:pt x="121" y="14"/>
                      <a:pt x="121" y="14"/>
                      <a:pt x="121" y="14"/>
                    </a:cubicBezTo>
                    <a:cubicBezTo>
                      <a:pt x="112" y="14"/>
                      <a:pt x="104" y="14"/>
                      <a:pt x="95" y="14"/>
                    </a:cubicBezTo>
                    <a:cubicBezTo>
                      <a:pt x="95" y="14"/>
                      <a:pt x="94" y="14"/>
                      <a:pt x="94" y="14"/>
                    </a:cubicBezTo>
                    <a:cubicBezTo>
                      <a:pt x="93" y="14"/>
                      <a:pt x="92" y="13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86" y="15"/>
                      <a:pt x="85" y="15"/>
                      <a:pt x="84" y="15"/>
                    </a:cubicBezTo>
                    <a:cubicBezTo>
                      <a:pt x="78" y="16"/>
                      <a:pt x="73" y="16"/>
                      <a:pt x="67" y="17"/>
                    </a:cubicBezTo>
                    <a:cubicBezTo>
                      <a:pt x="66" y="17"/>
                      <a:pt x="65" y="17"/>
                      <a:pt x="64" y="17"/>
                    </a:cubicBezTo>
                    <a:cubicBezTo>
                      <a:pt x="59" y="17"/>
                      <a:pt x="54" y="15"/>
                      <a:pt x="49" y="15"/>
                    </a:cubicBezTo>
                    <a:cubicBezTo>
                      <a:pt x="41" y="14"/>
                      <a:pt x="33" y="12"/>
                      <a:pt x="25" y="10"/>
                    </a:cubicBezTo>
                    <a:cubicBezTo>
                      <a:pt x="17" y="8"/>
                      <a:pt x="9" y="3"/>
                      <a:pt x="0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D6A00448-D360-E885-7BA2-3951C205E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589068"/>
                <a:ext cx="0" cy="25534"/>
              </a:xfrm>
              <a:custGeom>
                <a:avLst/>
                <a:gdLst>
                  <a:gd name="T0" fmla="*/ 0 h 11"/>
                  <a:gd name="T1" fmla="*/ 10 h 11"/>
                  <a:gd name="T2" fmla="*/ 10 h 11"/>
                  <a:gd name="T3" fmla="*/ 10 h 11"/>
                  <a:gd name="T4" fmla="*/ 11 h 11"/>
                  <a:gd name="T5" fmla="*/ 0 h 11"/>
                  <a:gd name="T6" fmla="*/ 0 h 11"/>
                  <a:gd name="T7" fmla="*/ 0 h 1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1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CA5AE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3" name="Freeform 17">
                <a:extLst>
                  <a:ext uri="{FF2B5EF4-FFF2-40B4-BE49-F238E27FC236}">
                    <a16:creationId xmlns:a16="http://schemas.microsoft.com/office/drawing/2014/main" id="{D90BCB76-C8CE-6F9B-BCB9-0857A096A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614602"/>
                <a:ext cx="356883" cy="62169"/>
              </a:xfrm>
              <a:custGeom>
                <a:avLst/>
                <a:gdLst>
                  <a:gd name="T0" fmla="*/ 0 w 114"/>
                  <a:gd name="T1" fmla="*/ 0 h 28"/>
                  <a:gd name="T2" fmla="*/ 0 w 114"/>
                  <a:gd name="T3" fmla="*/ 10 h 28"/>
                  <a:gd name="T4" fmla="*/ 23 w 114"/>
                  <a:gd name="T5" fmla="*/ 19 h 28"/>
                  <a:gd name="T6" fmla="*/ 51 w 114"/>
                  <a:gd name="T7" fmla="*/ 27 h 28"/>
                  <a:gd name="T8" fmla="*/ 62 w 114"/>
                  <a:gd name="T9" fmla="*/ 28 h 28"/>
                  <a:gd name="T10" fmla="*/ 65 w 114"/>
                  <a:gd name="T11" fmla="*/ 28 h 28"/>
                  <a:gd name="T12" fmla="*/ 98 w 114"/>
                  <a:gd name="T13" fmla="*/ 23 h 28"/>
                  <a:gd name="T14" fmla="*/ 114 w 114"/>
                  <a:gd name="T15" fmla="*/ 16 h 28"/>
                  <a:gd name="T16" fmla="*/ 114 w 114"/>
                  <a:gd name="T17" fmla="*/ 16 h 28"/>
                  <a:gd name="T18" fmla="*/ 114 w 114"/>
                  <a:gd name="T19" fmla="*/ 16 h 28"/>
                  <a:gd name="T20" fmla="*/ 109 w 114"/>
                  <a:gd name="T21" fmla="*/ 17 h 28"/>
                  <a:gd name="T22" fmla="*/ 104 w 114"/>
                  <a:gd name="T23" fmla="*/ 17 h 28"/>
                  <a:gd name="T24" fmla="*/ 84 w 114"/>
                  <a:gd name="T25" fmla="*/ 15 h 28"/>
                  <a:gd name="T26" fmla="*/ 82 w 114"/>
                  <a:gd name="T27" fmla="*/ 13 h 28"/>
                  <a:gd name="T28" fmla="*/ 82 w 114"/>
                  <a:gd name="T29" fmla="*/ 13 h 28"/>
                  <a:gd name="T30" fmla="*/ 81 w 114"/>
                  <a:gd name="T31" fmla="*/ 13 h 28"/>
                  <a:gd name="T32" fmla="*/ 79 w 114"/>
                  <a:gd name="T33" fmla="*/ 16 h 28"/>
                  <a:gd name="T34" fmla="*/ 76 w 114"/>
                  <a:gd name="T35" fmla="*/ 18 h 28"/>
                  <a:gd name="T36" fmla="*/ 76 w 114"/>
                  <a:gd name="T37" fmla="*/ 18 h 28"/>
                  <a:gd name="T38" fmla="*/ 26 w 114"/>
                  <a:gd name="T39" fmla="*/ 11 h 28"/>
                  <a:gd name="T40" fmla="*/ 0 w 114"/>
                  <a:gd name="T4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4" h="28">
                    <a:moveTo>
                      <a:pt x="0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8" y="11"/>
                      <a:pt x="16" y="16"/>
                      <a:pt x="23" y="19"/>
                    </a:cubicBezTo>
                    <a:cubicBezTo>
                      <a:pt x="33" y="23"/>
                      <a:pt x="42" y="27"/>
                      <a:pt x="51" y="27"/>
                    </a:cubicBezTo>
                    <a:cubicBezTo>
                      <a:pt x="55" y="27"/>
                      <a:pt x="59" y="28"/>
                      <a:pt x="62" y="28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76" y="28"/>
                      <a:pt x="87" y="26"/>
                      <a:pt x="98" y="23"/>
                    </a:cubicBezTo>
                    <a:cubicBezTo>
                      <a:pt x="103" y="21"/>
                      <a:pt x="109" y="21"/>
                      <a:pt x="114" y="16"/>
                    </a:cubicBezTo>
                    <a:cubicBezTo>
                      <a:pt x="114" y="16"/>
                      <a:pt x="114" y="16"/>
                      <a:pt x="114" y="16"/>
                    </a:cubicBezTo>
                    <a:cubicBezTo>
                      <a:pt x="114" y="16"/>
                      <a:pt x="114" y="16"/>
                      <a:pt x="114" y="16"/>
                    </a:cubicBezTo>
                    <a:cubicBezTo>
                      <a:pt x="112" y="16"/>
                      <a:pt x="110" y="16"/>
                      <a:pt x="109" y="17"/>
                    </a:cubicBezTo>
                    <a:cubicBezTo>
                      <a:pt x="107" y="17"/>
                      <a:pt x="106" y="17"/>
                      <a:pt x="104" y="17"/>
                    </a:cubicBezTo>
                    <a:cubicBezTo>
                      <a:pt x="97" y="17"/>
                      <a:pt x="91" y="16"/>
                      <a:pt x="84" y="15"/>
                    </a:cubicBezTo>
                    <a:cubicBezTo>
                      <a:pt x="83" y="15"/>
                      <a:pt x="83" y="15"/>
                      <a:pt x="82" y="13"/>
                    </a:cubicBezTo>
                    <a:cubicBezTo>
                      <a:pt x="82" y="13"/>
                      <a:pt x="82" y="13"/>
                      <a:pt x="82" y="13"/>
                    </a:cubicBezTo>
                    <a:cubicBezTo>
                      <a:pt x="81" y="13"/>
                      <a:pt x="81" y="13"/>
                      <a:pt x="81" y="13"/>
                    </a:cubicBezTo>
                    <a:cubicBezTo>
                      <a:pt x="80" y="13"/>
                      <a:pt x="79" y="14"/>
                      <a:pt x="79" y="16"/>
                    </a:cubicBezTo>
                    <a:cubicBezTo>
                      <a:pt x="78" y="17"/>
                      <a:pt x="77" y="18"/>
                      <a:pt x="76" y="18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59" y="18"/>
                      <a:pt x="43" y="18"/>
                      <a:pt x="26" y="11"/>
                    </a:cubicBezTo>
                    <a:cubicBezTo>
                      <a:pt x="18" y="7"/>
                      <a:pt x="9" y="3"/>
                      <a:pt x="0" y="0"/>
                    </a:cubicBezTo>
                  </a:path>
                </a:pathLst>
              </a:custGeom>
              <a:solidFill>
                <a:srgbClr val="C0E8FB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4" name="Freeform 18">
                <a:extLst>
                  <a:ext uri="{FF2B5EF4-FFF2-40B4-BE49-F238E27FC236}">
                    <a16:creationId xmlns:a16="http://schemas.microsoft.com/office/drawing/2014/main" id="{302C679F-C2B6-DB04-6330-33F3E49BD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856" y="611272"/>
                <a:ext cx="0" cy="25534"/>
              </a:xfrm>
              <a:custGeom>
                <a:avLst/>
                <a:gdLst>
                  <a:gd name="T0" fmla="*/ 0 h 11"/>
                  <a:gd name="T1" fmla="*/ 0 h 11"/>
                  <a:gd name="T2" fmla="*/ 11 h 11"/>
                  <a:gd name="T3" fmla="*/ 11 h 11"/>
                  <a:gd name="T4" fmla="*/ 1 h 11"/>
                  <a:gd name="T5" fmla="*/ 0 h 1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85AEBB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5" name="Freeform 19">
                <a:extLst>
                  <a:ext uri="{FF2B5EF4-FFF2-40B4-BE49-F238E27FC236}">
                    <a16:creationId xmlns:a16="http://schemas.microsoft.com/office/drawing/2014/main" id="{650E672B-B244-52A4-8180-1F1B1BF5E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778" y="192738"/>
                <a:ext cx="370909" cy="125449"/>
              </a:xfrm>
              <a:custGeom>
                <a:avLst/>
                <a:gdLst>
                  <a:gd name="T0" fmla="*/ 118 w 118"/>
                  <a:gd name="T1" fmla="*/ 0 h 56"/>
                  <a:gd name="T2" fmla="*/ 104 w 118"/>
                  <a:gd name="T3" fmla="*/ 3 h 56"/>
                  <a:gd name="T4" fmla="*/ 54 w 118"/>
                  <a:gd name="T5" fmla="*/ 21 h 56"/>
                  <a:gd name="T6" fmla="*/ 32 w 118"/>
                  <a:gd name="T7" fmla="*/ 33 h 56"/>
                  <a:gd name="T8" fmla="*/ 0 w 118"/>
                  <a:gd name="T9" fmla="*/ 53 h 56"/>
                  <a:gd name="T10" fmla="*/ 0 w 118"/>
                  <a:gd name="T11" fmla="*/ 53 h 56"/>
                  <a:gd name="T12" fmla="*/ 0 w 118"/>
                  <a:gd name="T13" fmla="*/ 53 h 56"/>
                  <a:gd name="T14" fmla="*/ 2 w 118"/>
                  <a:gd name="T15" fmla="*/ 53 h 56"/>
                  <a:gd name="T16" fmla="*/ 5 w 118"/>
                  <a:gd name="T17" fmla="*/ 52 h 56"/>
                  <a:gd name="T18" fmla="*/ 8 w 118"/>
                  <a:gd name="T19" fmla="*/ 51 h 56"/>
                  <a:gd name="T20" fmla="*/ 9 w 118"/>
                  <a:gd name="T21" fmla="*/ 51 h 56"/>
                  <a:gd name="T22" fmla="*/ 9 w 118"/>
                  <a:gd name="T23" fmla="*/ 56 h 56"/>
                  <a:gd name="T24" fmla="*/ 9 w 118"/>
                  <a:gd name="T25" fmla="*/ 56 h 56"/>
                  <a:gd name="T26" fmla="*/ 27 w 118"/>
                  <a:gd name="T27" fmla="*/ 43 h 56"/>
                  <a:gd name="T28" fmla="*/ 27 w 118"/>
                  <a:gd name="T29" fmla="*/ 43 h 56"/>
                  <a:gd name="T30" fmla="*/ 118 w 118"/>
                  <a:gd name="T31" fmla="*/ 3 h 56"/>
                  <a:gd name="T32" fmla="*/ 118 w 118"/>
                  <a:gd name="T33" fmla="*/ 3 h 56"/>
                  <a:gd name="T34" fmla="*/ 118 w 118"/>
                  <a:gd name="T3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8" h="56">
                    <a:moveTo>
                      <a:pt x="118" y="0"/>
                    </a:moveTo>
                    <a:cubicBezTo>
                      <a:pt x="113" y="1"/>
                      <a:pt x="109" y="2"/>
                      <a:pt x="104" y="3"/>
                    </a:cubicBezTo>
                    <a:cubicBezTo>
                      <a:pt x="87" y="7"/>
                      <a:pt x="71" y="14"/>
                      <a:pt x="54" y="21"/>
                    </a:cubicBezTo>
                    <a:cubicBezTo>
                      <a:pt x="47" y="24"/>
                      <a:pt x="39" y="28"/>
                      <a:pt x="32" y="33"/>
                    </a:cubicBezTo>
                    <a:cubicBezTo>
                      <a:pt x="21" y="39"/>
                      <a:pt x="11" y="44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3"/>
                      <a:pt x="1" y="53"/>
                      <a:pt x="2" y="53"/>
                    </a:cubicBezTo>
                    <a:cubicBezTo>
                      <a:pt x="3" y="53"/>
                      <a:pt x="4" y="52"/>
                      <a:pt x="5" y="52"/>
                    </a:cubicBezTo>
                    <a:cubicBezTo>
                      <a:pt x="6" y="52"/>
                      <a:pt x="7" y="51"/>
                      <a:pt x="8" y="51"/>
                    </a:cubicBezTo>
                    <a:cubicBezTo>
                      <a:pt x="8" y="51"/>
                      <a:pt x="9" y="51"/>
                      <a:pt x="9" y="51"/>
                    </a:cubicBezTo>
                    <a:cubicBezTo>
                      <a:pt x="11" y="51"/>
                      <a:pt x="10" y="54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5" y="52"/>
                      <a:pt x="21" y="48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56" y="23"/>
                      <a:pt x="87" y="10"/>
                      <a:pt x="118" y="3"/>
                    </a:cubicBezTo>
                    <a:cubicBezTo>
                      <a:pt x="118" y="3"/>
                      <a:pt x="118" y="3"/>
                      <a:pt x="118" y="3"/>
                    </a:cubicBezTo>
                    <a:cubicBezTo>
                      <a:pt x="118" y="0"/>
                      <a:pt x="118" y="0"/>
                      <a:pt x="118" y="0"/>
                    </a:cubicBezTo>
                  </a:path>
                </a:pathLst>
              </a:custGeom>
              <a:solidFill>
                <a:srgbClr val="C4E9F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6" name="Freeform 20">
                <a:extLst>
                  <a:ext uri="{FF2B5EF4-FFF2-40B4-BE49-F238E27FC236}">
                    <a16:creationId xmlns:a16="http://schemas.microsoft.com/office/drawing/2014/main" id="{A41E0B2A-611C-05D4-5BCE-321AB6AD8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90" y="307086"/>
                <a:ext cx="674805" cy="189839"/>
              </a:xfrm>
              <a:custGeom>
                <a:avLst/>
                <a:gdLst>
                  <a:gd name="T0" fmla="*/ 42 w 215"/>
                  <a:gd name="T1" fmla="*/ 0 h 85"/>
                  <a:gd name="T2" fmla="*/ 28 w 215"/>
                  <a:gd name="T3" fmla="*/ 2 h 85"/>
                  <a:gd name="T4" fmla="*/ 28 w 215"/>
                  <a:gd name="T5" fmla="*/ 2 h 85"/>
                  <a:gd name="T6" fmla="*/ 25 w 215"/>
                  <a:gd name="T7" fmla="*/ 13 h 85"/>
                  <a:gd name="T8" fmla="*/ 2 w 215"/>
                  <a:gd name="T9" fmla="*/ 19 h 85"/>
                  <a:gd name="T10" fmla="*/ 0 w 215"/>
                  <a:gd name="T11" fmla="*/ 21 h 85"/>
                  <a:gd name="T12" fmla="*/ 2 w 215"/>
                  <a:gd name="T13" fmla="*/ 26 h 85"/>
                  <a:gd name="T14" fmla="*/ 9 w 215"/>
                  <a:gd name="T15" fmla="*/ 34 h 85"/>
                  <a:gd name="T16" fmla="*/ 9 w 215"/>
                  <a:gd name="T17" fmla="*/ 34 h 85"/>
                  <a:gd name="T18" fmla="*/ 9 w 215"/>
                  <a:gd name="T19" fmla="*/ 34 h 85"/>
                  <a:gd name="T20" fmla="*/ 11 w 215"/>
                  <a:gd name="T21" fmla="*/ 28 h 85"/>
                  <a:gd name="T22" fmla="*/ 35 w 215"/>
                  <a:gd name="T23" fmla="*/ 22 h 85"/>
                  <a:gd name="T24" fmla="*/ 48 w 215"/>
                  <a:gd name="T25" fmla="*/ 21 h 85"/>
                  <a:gd name="T26" fmla="*/ 61 w 215"/>
                  <a:gd name="T27" fmla="*/ 23 h 85"/>
                  <a:gd name="T28" fmla="*/ 64 w 215"/>
                  <a:gd name="T29" fmla="*/ 23 h 85"/>
                  <a:gd name="T30" fmla="*/ 69 w 215"/>
                  <a:gd name="T31" fmla="*/ 23 h 85"/>
                  <a:gd name="T32" fmla="*/ 65 w 215"/>
                  <a:gd name="T33" fmla="*/ 15 h 85"/>
                  <a:gd name="T34" fmla="*/ 69 w 215"/>
                  <a:gd name="T35" fmla="*/ 13 h 85"/>
                  <a:gd name="T36" fmla="*/ 77 w 215"/>
                  <a:gd name="T37" fmla="*/ 15 h 85"/>
                  <a:gd name="T38" fmla="*/ 110 w 215"/>
                  <a:gd name="T39" fmla="*/ 25 h 85"/>
                  <a:gd name="T40" fmla="*/ 130 w 215"/>
                  <a:gd name="T41" fmla="*/ 34 h 85"/>
                  <a:gd name="T42" fmla="*/ 181 w 215"/>
                  <a:gd name="T43" fmla="*/ 61 h 85"/>
                  <a:gd name="T44" fmla="*/ 195 w 215"/>
                  <a:gd name="T45" fmla="*/ 70 h 85"/>
                  <a:gd name="T46" fmla="*/ 199 w 215"/>
                  <a:gd name="T47" fmla="*/ 85 h 85"/>
                  <a:gd name="T48" fmla="*/ 215 w 215"/>
                  <a:gd name="T49" fmla="*/ 75 h 85"/>
                  <a:gd name="T50" fmla="*/ 215 w 215"/>
                  <a:gd name="T51" fmla="*/ 75 h 85"/>
                  <a:gd name="T52" fmla="*/ 215 w 215"/>
                  <a:gd name="T53" fmla="*/ 75 h 85"/>
                  <a:gd name="T54" fmla="*/ 211 w 215"/>
                  <a:gd name="T55" fmla="*/ 71 h 85"/>
                  <a:gd name="T56" fmla="*/ 211 w 215"/>
                  <a:gd name="T57" fmla="*/ 71 h 85"/>
                  <a:gd name="T58" fmla="*/ 199 w 215"/>
                  <a:gd name="T59" fmla="*/ 66 h 85"/>
                  <a:gd name="T60" fmla="*/ 150 w 215"/>
                  <a:gd name="T61" fmla="*/ 36 h 85"/>
                  <a:gd name="T62" fmla="*/ 96 w 215"/>
                  <a:gd name="T63" fmla="*/ 10 h 85"/>
                  <a:gd name="T64" fmla="*/ 50 w 215"/>
                  <a:gd name="T65" fmla="*/ 0 h 85"/>
                  <a:gd name="T66" fmla="*/ 42 w 215"/>
                  <a:gd name="T67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5" h="85">
                    <a:moveTo>
                      <a:pt x="42" y="0"/>
                    </a:moveTo>
                    <a:cubicBezTo>
                      <a:pt x="37" y="0"/>
                      <a:pt x="32" y="0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0" y="11"/>
                      <a:pt x="30" y="11"/>
                      <a:pt x="25" y="13"/>
                    </a:cubicBezTo>
                    <a:cubicBezTo>
                      <a:pt x="17" y="15"/>
                      <a:pt x="10" y="15"/>
                      <a:pt x="2" y="19"/>
                    </a:cubicBezTo>
                    <a:cubicBezTo>
                      <a:pt x="2" y="19"/>
                      <a:pt x="0" y="19"/>
                      <a:pt x="0" y="21"/>
                    </a:cubicBezTo>
                    <a:cubicBezTo>
                      <a:pt x="0" y="24"/>
                      <a:pt x="1" y="25"/>
                      <a:pt x="2" y="26"/>
                    </a:cubicBezTo>
                    <a:cubicBezTo>
                      <a:pt x="4" y="29"/>
                      <a:pt x="7" y="32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0"/>
                      <a:pt x="8" y="28"/>
                      <a:pt x="11" y="28"/>
                    </a:cubicBezTo>
                    <a:cubicBezTo>
                      <a:pt x="19" y="26"/>
                      <a:pt x="27" y="23"/>
                      <a:pt x="35" y="22"/>
                    </a:cubicBezTo>
                    <a:cubicBezTo>
                      <a:pt x="39" y="22"/>
                      <a:pt x="44" y="21"/>
                      <a:pt x="48" y="21"/>
                    </a:cubicBezTo>
                    <a:cubicBezTo>
                      <a:pt x="52" y="21"/>
                      <a:pt x="57" y="22"/>
                      <a:pt x="61" y="23"/>
                    </a:cubicBezTo>
                    <a:cubicBezTo>
                      <a:pt x="62" y="23"/>
                      <a:pt x="63" y="23"/>
                      <a:pt x="64" y="23"/>
                    </a:cubicBezTo>
                    <a:cubicBezTo>
                      <a:pt x="66" y="23"/>
                      <a:pt x="67" y="23"/>
                      <a:pt x="69" y="23"/>
                    </a:cubicBezTo>
                    <a:cubicBezTo>
                      <a:pt x="68" y="18"/>
                      <a:pt x="66" y="19"/>
                      <a:pt x="65" y="15"/>
                    </a:cubicBezTo>
                    <a:cubicBezTo>
                      <a:pt x="66" y="13"/>
                      <a:pt x="68" y="13"/>
                      <a:pt x="69" y="13"/>
                    </a:cubicBezTo>
                    <a:cubicBezTo>
                      <a:pt x="72" y="13"/>
                      <a:pt x="74" y="15"/>
                      <a:pt x="77" y="15"/>
                    </a:cubicBezTo>
                    <a:cubicBezTo>
                      <a:pt x="88" y="16"/>
                      <a:pt x="99" y="22"/>
                      <a:pt x="110" y="25"/>
                    </a:cubicBezTo>
                    <a:cubicBezTo>
                      <a:pt x="117" y="27"/>
                      <a:pt x="123" y="31"/>
                      <a:pt x="130" y="34"/>
                    </a:cubicBezTo>
                    <a:cubicBezTo>
                      <a:pt x="147" y="42"/>
                      <a:pt x="164" y="52"/>
                      <a:pt x="181" y="61"/>
                    </a:cubicBezTo>
                    <a:cubicBezTo>
                      <a:pt x="186" y="64"/>
                      <a:pt x="191" y="67"/>
                      <a:pt x="195" y="70"/>
                    </a:cubicBezTo>
                    <a:cubicBezTo>
                      <a:pt x="201" y="73"/>
                      <a:pt x="202" y="74"/>
                      <a:pt x="199" y="85"/>
                    </a:cubicBezTo>
                    <a:cubicBezTo>
                      <a:pt x="205" y="83"/>
                      <a:pt x="210" y="81"/>
                      <a:pt x="215" y="75"/>
                    </a:cubicBezTo>
                    <a:cubicBezTo>
                      <a:pt x="215" y="75"/>
                      <a:pt x="215" y="75"/>
                      <a:pt x="215" y="75"/>
                    </a:cubicBezTo>
                    <a:cubicBezTo>
                      <a:pt x="215" y="75"/>
                      <a:pt x="215" y="75"/>
                      <a:pt x="215" y="75"/>
                    </a:cubicBezTo>
                    <a:cubicBezTo>
                      <a:pt x="214" y="71"/>
                      <a:pt x="212" y="74"/>
                      <a:pt x="211" y="71"/>
                    </a:cubicBezTo>
                    <a:cubicBezTo>
                      <a:pt x="211" y="71"/>
                      <a:pt x="211" y="71"/>
                      <a:pt x="211" y="71"/>
                    </a:cubicBezTo>
                    <a:cubicBezTo>
                      <a:pt x="207" y="71"/>
                      <a:pt x="203" y="68"/>
                      <a:pt x="199" y="66"/>
                    </a:cubicBezTo>
                    <a:cubicBezTo>
                      <a:pt x="183" y="57"/>
                      <a:pt x="166" y="46"/>
                      <a:pt x="150" y="36"/>
                    </a:cubicBezTo>
                    <a:cubicBezTo>
                      <a:pt x="132" y="26"/>
                      <a:pt x="114" y="17"/>
                      <a:pt x="96" y="10"/>
                    </a:cubicBezTo>
                    <a:cubicBezTo>
                      <a:pt x="80" y="5"/>
                      <a:pt x="65" y="2"/>
                      <a:pt x="50" y="0"/>
                    </a:cubicBezTo>
                    <a:cubicBezTo>
                      <a:pt x="47" y="0"/>
                      <a:pt x="44" y="0"/>
                      <a:pt x="42" y="0"/>
                    </a:cubicBezTo>
                  </a:path>
                </a:pathLst>
              </a:custGeom>
              <a:solidFill>
                <a:srgbClr val="BFE4F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7" name="Freeform 21">
                <a:extLst>
                  <a:ext uri="{FF2B5EF4-FFF2-40B4-BE49-F238E27FC236}">
                    <a16:creationId xmlns:a16="http://schemas.microsoft.com/office/drawing/2014/main" id="{CA458F47-5947-8262-C4A9-0BF892640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427" y="331509"/>
                <a:ext cx="325714" cy="145432"/>
              </a:xfrm>
              <a:custGeom>
                <a:avLst/>
                <a:gdLst>
                  <a:gd name="T0" fmla="*/ 104 w 104"/>
                  <a:gd name="T1" fmla="*/ 0 h 65"/>
                  <a:gd name="T2" fmla="*/ 79 w 104"/>
                  <a:gd name="T3" fmla="*/ 9 h 65"/>
                  <a:gd name="T4" fmla="*/ 61 w 104"/>
                  <a:gd name="T5" fmla="*/ 20 h 65"/>
                  <a:gd name="T6" fmla="*/ 32 w 104"/>
                  <a:gd name="T7" fmla="*/ 38 h 65"/>
                  <a:gd name="T8" fmla="*/ 0 w 104"/>
                  <a:gd name="T9" fmla="*/ 60 h 65"/>
                  <a:gd name="T10" fmla="*/ 0 w 104"/>
                  <a:gd name="T11" fmla="*/ 60 h 65"/>
                  <a:gd name="T12" fmla="*/ 4 w 104"/>
                  <a:gd name="T13" fmla="*/ 64 h 65"/>
                  <a:gd name="T14" fmla="*/ 4 w 104"/>
                  <a:gd name="T15" fmla="*/ 64 h 65"/>
                  <a:gd name="T16" fmla="*/ 6 w 104"/>
                  <a:gd name="T17" fmla="*/ 65 h 65"/>
                  <a:gd name="T18" fmla="*/ 10 w 104"/>
                  <a:gd name="T19" fmla="*/ 63 h 65"/>
                  <a:gd name="T20" fmla="*/ 10 w 104"/>
                  <a:gd name="T21" fmla="*/ 63 h 65"/>
                  <a:gd name="T22" fmla="*/ 10 w 104"/>
                  <a:gd name="T23" fmla="*/ 63 h 65"/>
                  <a:gd name="T24" fmla="*/ 26 w 104"/>
                  <a:gd name="T25" fmla="*/ 50 h 65"/>
                  <a:gd name="T26" fmla="*/ 51 w 104"/>
                  <a:gd name="T27" fmla="*/ 33 h 65"/>
                  <a:gd name="T28" fmla="*/ 76 w 104"/>
                  <a:gd name="T29" fmla="*/ 20 h 65"/>
                  <a:gd name="T30" fmla="*/ 76 w 104"/>
                  <a:gd name="T31" fmla="*/ 20 h 65"/>
                  <a:gd name="T32" fmla="*/ 104 w 104"/>
                  <a:gd name="T3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4" h="65">
                    <a:moveTo>
                      <a:pt x="104" y="0"/>
                    </a:moveTo>
                    <a:cubicBezTo>
                      <a:pt x="95" y="1"/>
                      <a:pt x="87" y="6"/>
                      <a:pt x="79" y="9"/>
                    </a:cubicBezTo>
                    <a:cubicBezTo>
                      <a:pt x="73" y="12"/>
                      <a:pt x="67" y="17"/>
                      <a:pt x="61" y="20"/>
                    </a:cubicBezTo>
                    <a:cubicBezTo>
                      <a:pt x="51" y="26"/>
                      <a:pt x="42" y="31"/>
                      <a:pt x="32" y="38"/>
                    </a:cubicBezTo>
                    <a:cubicBezTo>
                      <a:pt x="22" y="46"/>
                      <a:pt x="11" y="52"/>
                      <a:pt x="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1" y="63"/>
                      <a:pt x="3" y="60"/>
                      <a:pt x="4" y="64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5" y="65"/>
                      <a:pt x="6" y="65"/>
                      <a:pt x="6" y="65"/>
                    </a:cubicBezTo>
                    <a:cubicBezTo>
                      <a:pt x="8" y="65"/>
                      <a:pt x="9" y="65"/>
                      <a:pt x="10" y="63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15" y="58"/>
                      <a:pt x="20" y="53"/>
                      <a:pt x="26" y="50"/>
                    </a:cubicBezTo>
                    <a:cubicBezTo>
                      <a:pt x="34" y="44"/>
                      <a:pt x="42" y="37"/>
                      <a:pt x="51" y="33"/>
                    </a:cubicBezTo>
                    <a:cubicBezTo>
                      <a:pt x="59" y="29"/>
                      <a:pt x="67" y="21"/>
                      <a:pt x="76" y="20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85" y="14"/>
                      <a:pt x="95" y="9"/>
                      <a:pt x="104" y="0"/>
                    </a:cubicBezTo>
                  </a:path>
                </a:pathLst>
              </a:custGeom>
              <a:solidFill>
                <a:srgbClr val="CADFE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8" name="Freeform 22">
                <a:extLst>
                  <a:ext uri="{FF2B5EF4-FFF2-40B4-BE49-F238E27FC236}">
                    <a16:creationId xmlns:a16="http://schemas.microsoft.com/office/drawing/2014/main" id="{A796719B-FCF7-6940-85EF-C39228109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817" y="307086"/>
                <a:ext cx="193247" cy="92144"/>
              </a:xfrm>
              <a:custGeom>
                <a:avLst/>
                <a:gdLst>
                  <a:gd name="T0" fmla="*/ 59 w 62"/>
                  <a:gd name="T1" fmla="*/ 0 h 41"/>
                  <a:gd name="T2" fmla="*/ 56 w 62"/>
                  <a:gd name="T3" fmla="*/ 1 h 41"/>
                  <a:gd name="T4" fmla="*/ 53 w 62"/>
                  <a:gd name="T5" fmla="*/ 2 h 41"/>
                  <a:gd name="T6" fmla="*/ 51 w 62"/>
                  <a:gd name="T7" fmla="*/ 2 h 41"/>
                  <a:gd name="T8" fmla="*/ 51 w 62"/>
                  <a:gd name="T9" fmla="*/ 2 h 41"/>
                  <a:gd name="T10" fmla="*/ 49 w 62"/>
                  <a:gd name="T11" fmla="*/ 3 h 41"/>
                  <a:gd name="T12" fmla="*/ 48 w 62"/>
                  <a:gd name="T13" fmla="*/ 3 h 41"/>
                  <a:gd name="T14" fmla="*/ 48 w 62"/>
                  <a:gd name="T15" fmla="*/ 3 h 41"/>
                  <a:gd name="T16" fmla="*/ 43 w 62"/>
                  <a:gd name="T17" fmla="*/ 8 h 41"/>
                  <a:gd name="T18" fmla="*/ 43 w 62"/>
                  <a:gd name="T19" fmla="*/ 8 h 41"/>
                  <a:gd name="T20" fmla="*/ 37 w 62"/>
                  <a:gd name="T21" fmla="*/ 11 h 41"/>
                  <a:gd name="T22" fmla="*/ 37 w 62"/>
                  <a:gd name="T23" fmla="*/ 11 h 41"/>
                  <a:gd name="T24" fmla="*/ 9 w 62"/>
                  <a:gd name="T25" fmla="*/ 31 h 41"/>
                  <a:gd name="T26" fmla="*/ 9 w 62"/>
                  <a:gd name="T27" fmla="*/ 31 h 41"/>
                  <a:gd name="T28" fmla="*/ 9 w 62"/>
                  <a:gd name="T29" fmla="*/ 31 h 41"/>
                  <a:gd name="T30" fmla="*/ 0 w 62"/>
                  <a:gd name="T31" fmla="*/ 37 h 41"/>
                  <a:gd name="T32" fmla="*/ 0 w 62"/>
                  <a:gd name="T33" fmla="*/ 37 h 41"/>
                  <a:gd name="T34" fmla="*/ 0 w 62"/>
                  <a:gd name="T35" fmla="*/ 41 h 41"/>
                  <a:gd name="T36" fmla="*/ 2 w 62"/>
                  <a:gd name="T37" fmla="*/ 40 h 41"/>
                  <a:gd name="T38" fmla="*/ 15 w 62"/>
                  <a:gd name="T39" fmla="*/ 32 h 41"/>
                  <a:gd name="T40" fmla="*/ 37 w 62"/>
                  <a:gd name="T41" fmla="*/ 22 h 41"/>
                  <a:gd name="T42" fmla="*/ 37 w 62"/>
                  <a:gd name="T43" fmla="*/ 22 h 41"/>
                  <a:gd name="T44" fmla="*/ 37 w 62"/>
                  <a:gd name="T45" fmla="*/ 22 h 41"/>
                  <a:gd name="T46" fmla="*/ 37 w 62"/>
                  <a:gd name="T47" fmla="*/ 22 h 41"/>
                  <a:gd name="T48" fmla="*/ 45 w 62"/>
                  <a:gd name="T49" fmla="*/ 17 h 41"/>
                  <a:gd name="T50" fmla="*/ 45 w 62"/>
                  <a:gd name="T51" fmla="*/ 17 h 41"/>
                  <a:gd name="T52" fmla="*/ 60 w 62"/>
                  <a:gd name="T53" fmla="*/ 5 h 41"/>
                  <a:gd name="T54" fmla="*/ 60 w 62"/>
                  <a:gd name="T55" fmla="*/ 5 h 41"/>
                  <a:gd name="T56" fmla="*/ 60 w 62"/>
                  <a:gd name="T57" fmla="*/ 5 h 41"/>
                  <a:gd name="T58" fmla="*/ 60 w 62"/>
                  <a:gd name="T59" fmla="*/ 5 h 41"/>
                  <a:gd name="T60" fmla="*/ 60 w 62"/>
                  <a:gd name="T61" fmla="*/ 5 h 41"/>
                  <a:gd name="T62" fmla="*/ 60 w 62"/>
                  <a:gd name="T63" fmla="*/ 5 h 41"/>
                  <a:gd name="T64" fmla="*/ 60 w 62"/>
                  <a:gd name="T65" fmla="*/ 0 h 41"/>
                  <a:gd name="T66" fmla="*/ 59 w 62"/>
                  <a:gd name="T6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2" h="41">
                    <a:moveTo>
                      <a:pt x="59" y="0"/>
                    </a:moveTo>
                    <a:cubicBezTo>
                      <a:pt x="58" y="0"/>
                      <a:pt x="57" y="1"/>
                      <a:pt x="56" y="1"/>
                    </a:cubicBezTo>
                    <a:cubicBezTo>
                      <a:pt x="55" y="1"/>
                      <a:pt x="54" y="2"/>
                      <a:pt x="53" y="2"/>
                    </a:cubicBezTo>
                    <a:cubicBezTo>
                      <a:pt x="52" y="2"/>
                      <a:pt x="52" y="2"/>
                      <a:pt x="51" y="2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50" y="3"/>
                      <a:pt x="50" y="3"/>
                      <a:pt x="49" y="3"/>
                    </a:cubicBezTo>
                    <a:cubicBezTo>
                      <a:pt x="49" y="3"/>
                      <a:pt x="48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8"/>
                      <a:pt x="45" y="7"/>
                      <a:pt x="43" y="8"/>
                    </a:cubicBezTo>
                    <a:cubicBezTo>
                      <a:pt x="43" y="8"/>
                      <a:pt x="43" y="8"/>
                      <a:pt x="43" y="8"/>
                    </a:cubicBezTo>
                    <a:cubicBezTo>
                      <a:pt x="41" y="9"/>
                      <a:pt x="39" y="10"/>
                      <a:pt x="37" y="11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28" y="20"/>
                      <a:pt x="18" y="25"/>
                      <a:pt x="9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6" y="36"/>
                      <a:pt x="3" y="35"/>
                      <a:pt x="0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0"/>
                      <a:pt x="0" y="41"/>
                      <a:pt x="0" y="41"/>
                    </a:cubicBezTo>
                    <a:cubicBezTo>
                      <a:pt x="1" y="41"/>
                      <a:pt x="2" y="40"/>
                      <a:pt x="2" y="40"/>
                    </a:cubicBezTo>
                    <a:cubicBezTo>
                      <a:pt x="7" y="38"/>
                      <a:pt x="11" y="35"/>
                      <a:pt x="15" y="32"/>
                    </a:cubicBezTo>
                    <a:cubicBezTo>
                      <a:pt x="22" y="27"/>
                      <a:pt x="30" y="26"/>
                      <a:pt x="37" y="22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40" y="20"/>
                      <a:pt x="43" y="19"/>
                      <a:pt x="45" y="17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50" y="12"/>
                      <a:pt x="55" y="8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1" y="3"/>
                      <a:pt x="62" y="0"/>
                      <a:pt x="60" y="0"/>
                    </a:cubicBezTo>
                    <a:cubicBezTo>
                      <a:pt x="60" y="0"/>
                      <a:pt x="59" y="0"/>
                      <a:pt x="59" y="0"/>
                    </a:cubicBezTo>
                  </a:path>
                </a:pathLst>
              </a:custGeom>
              <a:solidFill>
                <a:srgbClr val="C0D4E4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29" name="Freeform 23">
                <a:extLst>
                  <a:ext uri="{FF2B5EF4-FFF2-40B4-BE49-F238E27FC236}">
                    <a16:creationId xmlns:a16="http://schemas.microsoft.com/office/drawing/2014/main" id="{2E2A584D-F5EE-E9D1-BE04-4A9E8C127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1843" y="313747"/>
                <a:ext cx="15584" cy="11102"/>
              </a:xfrm>
              <a:custGeom>
                <a:avLst/>
                <a:gdLst>
                  <a:gd name="T0" fmla="*/ 5 w 5"/>
                  <a:gd name="T1" fmla="*/ 0 h 5"/>
                  <a:gd name="T2" fmla="*/ 0 w 5"/>
                  <a:gd name="T3" fmla="*/ 5 h 5"/>
                  <a:gd name="T4" fmla="*/ 0 w 5"/>
                  <a:gd name="T5" fmla="*/ 5 h 5"/>
                  <a:gd name="T6" fmla="*/ 5 w 5"/>
                  <a:gd name="T7" fmla="*/ 0 h 5"/>
                  <a:gd name="T8" fmla="*/ 5 w 5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3" y="2"/>
                      <a:pt x="1" y="1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4"/>
                      <a:pt x="4" y="5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C4E9F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0" name="Freeform 24">
                <a:extLst>
                  <a:ext uri="{FF2B5EF4-FFF2-40B4-BE49-F238E27FC236}">
                    <a16:creationId xmlns:a16="http://schemas.microsoft.com/office/drawing/2014/main" id="{B0DE7594-77EA-6427-6461-8CA70F701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128" y="540221"/>
                <a:ext cx="520519" cy="129890"/>
              </a:xfrm>
              <a:custGeom>
                <a:avLst/>
                <a:gdLst>
                  <a:gd name="T0" fmla="*/ 82 w 166"/>
                  <a:gd name="T1" fmla="*/ 1 h 58"/>
                  <a:gd name="T2" fmla="*/ 82 w 166"/>
                  <a:gd name="T3" fmla="*/ 1 h 58"/>
                  <a:gd name="T4" fmla="*/ 68 w 166"/>
                  <a:gd name="T5" fmla="*/ 6 h 58"/>
                  <a:gd name="T6" fmla="*/ 99 w 166"/>
                  <a:gd name="T7" fmla="*/ 13 h 58"/>
                  <a:gd name="T8" fmla="*/ 114 w 166"/>
                  <a:gd name="T9" fmla="*/ 13 h 58"/>
                  <a:gd name="T10" fmla="*/ 125 w 166"/>
                  <a:gd name="T11" fmla="*/ 12 h 58"/>
                  <a:gd name="T12" fmla="*/ 126 w 166"/>
                  <a:gd name="T13" fmla="*/ 12 h 58"/>
                  <a:gd name="T14" fmla="*/ 127 w 166"/>
                  <a:gd name="T15" fmla="*/ 14 h 58"/>
                  <a:gd name="T16" fmla="*/ 113 w 166"/>
                  <a:gd name="T17" fmla="*/ 31 h 58"/>
                  <a:gd name="T18" fmla="*/ 115 w 166"/>
                  <a:gd name="T19" fmla="*/ 31 h 58"/>
                  <a:gd name="T20" fmla="*/ 98 w 166"/>
                  <a:gd name="T21" fmla="*/ 36 h 58"/>
                  <a:gd name="T22" fmla="*/ 93 w 166"/>
                  <a:gd name="T23" fmla="*/ 36 h 58"/>
                  <a:gd name="T24" fmla="*/ 81 w 166"/>
                  <a:gd name="T25" fmla="*/ 36 h 58"/>
                  <a:gd name="T26" fmla="*/ 86 w 166"/>
                  <a:gd name="T27" fmla="*/ 37 h 58"/>
                  <a:gd name="T28" fmla="*/ 90 w 166"/>
                  <a:gd name="T29" fmla="*/ 38 h 58"/>
                  <a:gd name="T30" fmla="*/ 54 w 166"/>
                  <a:gd name="T31" fmla="*/ 47 h 58"/>
                  <a:gd name="T32" fmla="*/ 12 w 166"/>
                  <a:gd name="T33" fmla="*/ 40 h 58"/>
                  <a:gd name="T34" fmla="*/ 10 w 166"/>
                  <a:gd name="T35" fmla="*/ 40 h 58"/>
                  <a:gd name="T36" fmla="*/ 6 w 166"/>
                  <a:gd name="T37" fmla="*/ 36 h 58"/>
                  <a:gd name="T38" fmla="*/ 6 w 166"/>
                  <a:gd name="T39" fmla="*/ 36 h 58"/>
                  <a:gd name="T40" fmla="*/ 0 w 166"/>
                  <a:gd name="T41" fmla="*/ 40 h 58"/>
                  <a:gd name="T42" fmla="*/ 4 w 166"/>
                  <a:gd name="T43" fmla="*/ 43 h 58"/>
                  <a:gd name="T44" fmla="*/ 58 w 166"/>
                  <a:gd name="T45" fmla="*/ 57 h 58"/>
                  <a:gd name="T46" fmla="*/ 112 w 166"/>
                  <a:gd name="T47" fmla="*/ 51 h 58"/>
                  <a:gd name="T48" fmla="*/ 166 w 166"/>
                  <a:gd name="T49" fmla="*/ 15 h 58"/>
                  <a:gd name="T50" fmla="*/ 166 w 166"/>
                  <a:gd name="T51" fmla="*/ 14 h 58"/>
                  <a:gd name="T52" fmla="*/ 142 w 166"/>
                  <a:gd name="T53" fmla="*/ 5 h 58"/>
                  <a:gd name="T54" fmla="*/ 130 w 166"/>
                  <a:gd name="T55" fmla="*/ 2 h 58"/>
                  <a:gd name="T56" fmla="*/ 115 w 166"/>
                  <a:gd name="T57" fmla="*/ 0 h 58"/>
                  <a:gd name="T58" fmla="*/ 112 w 166"/>
                  <a:gd name="T59" fmla="*/ 3 h 58"/>
                  <a:gd name="T60" fmla="*/ 95 w 166"/>
                  <a:gd name="T61" fmla="*/ 3 h 58"/>
                  <a:gd name="T62" fmla="*/ 91 w 166"/>
                  <a:gd name="T6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6" h="58">
                    <a:moveTo>
                      <a:pt x="91" y="0"/>
                    </a:moveTo>
                    <a:cubicBezTo>
                      <a:pt x="88" y="0"/>
                      <a:pt x="85" y="1"/>
                      <a:pt x="82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78" y="3"/>
                      <a:pt x="73" y="3"/>
                      <a:pt x="68" y="6"/>
                    </a:cubicBezTo>
                    <a:cubicBezTo>
                      <a:pt x="68" y="6"/>
                      <a:pt x="68" y="6"/>
                      <a:pt x="68" y="6"/>
                    </a:cubicBezTo>
                    <a:cubicBezTo>
                      <a:pt x="68" y="6"/>
                      <a:pt x="68" y="6"/>
                      <a:pt x="68" y="6"/>
                    </a:cubicBezTo>
                    <a:cubicBezTo>
                      <a:pt x="78" y="13"/>
                      <a:pt x="89" y="11"/>
                      <a:pt x="99" y="13"/>
                    </a:cubicBezTo>
                    <a:cubicBezTo>
                      <a:pt x="101" y="13"/>
                      <a:pt x="103" y="13"/>
                      <a:pt x="105" y="13"/>
                    </a:cubicBezTo>
                    <a:cubicBezTo>
                      <a:pt x="108" y="13"/>
                      <a:pt x="111" y="13"/>
                      <a:pt x="114" y="13"/>
                    </a:cubicBezTo>
                    <a:cubicBezTo>
                      <a:pt x="116" y="13"/>
                      <a:pt x="119" y="12"/>
                      <a:pt x="122" y="12"/>
                    </a:cubicBezTo>
                    <a:cubicBezTo>
                      <a:pt x="123" y="12"/>
                      <a:pt x="124" y="12"/>
                      <a:pt x="125" y="12"/>
                    </a:cubicBezTo>
                    <a:cubicBezTo>
                      <a:pt x="125" y="12"/>
                      <a:pt x="125" y="12"/>
                      <a:pt x="125" y="12"/>
                    </a:cubicBezTo>
                    <a:cubicBezTo>
                      <a:pt x="125" y="12"/>
                      <a:pt x="125" y="12"/>
                      <a:pt x="126" y="12"/>
                    </a:cubicBezTo>
                    <a:cubicBezTo>
                      <a:pt x="126" y="12"/>
                      <a:pt x="126" y="12"/>
                      <a:pt x="126" y="12"/>
                    </a:cubicBezTo>
                    <a:cubicBezTo>
                      <a:pt x="127" y="12"/>
                      <a:pt x="127" y="13"/>
                      <a:pt x="127" y="14"/>
                    </a:cubicBezTo>
                    <a:cubicBezTo>
                      <a:pt x="128" y="16"/>
                      <a:pt x="126" y="17"/>
                      <a:pt x="126" y="18"/>
                    </a:cubicBezTo>
                    <a:cubicBezTo>
                      <a:pt x="122" y="24"/>
                      <a:pt x="117" y="25"/>
                      <a:pt x="113" y="31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4" y="31"/>
                      <a:pt x="114" y="31"/>
                      <a:pt x="115" y="31"/>
                    </a:cubicBezTo>
                    <a:cubicBezTo>
                      <a:pt x="111" y="35"/>
                      <a:pt x="107" y="33"/>
                      <a:pt x="104" y="35"/>
                    </a:cubicBezTo>
                    <a:cubicBezTo>
                      <a:pt x="102" y="35"/>
                      <a:pt x="100" y="36"/>
                      <a:pt x="98" y="36"/>
                    </a:cubicBezTo>
                    <a:cubicBezTo>
                      <a:pt x="98" y="36"/>
                      <a:pt x="97" y="36"/>
                      <a:pt x="96" y="36"/>
                    </a:cubicBezTo>
                    <a:cubicBezTo>
                      <a:pt x="95" y="36"/>
                      <a:pt x="94" y="36"/>
                      <a:pt x="93" y="36"/>
                    </a:cubicBezTo>
                    <a:cubicBezTo>
                      <a:pt x="93" y="36"/>
                      <a:pt x="93" y="36"/>
                      <a:pt x="92" y="36"/>
                    </a:cubicBezTo>
                    <a:cubicBezTo>
                      <a:pt x="88" y="36"/>
                      <a:pt x="85" y="36"/>
                      <a:pt x="81" y="36"/>
                    </a:cubicBezTo>
                    <a:cubicBezTo>
                      <a:pt x="82" y="37"/>
                      <a:pt x="83" y="37"/>
                      <a:pt x="84" y="37"/>
                    </a:cubicBezTo>
                    <a:cubicBezTo>
                      <a:pt x="85" y="37"/>
                      <a:pt x="85" y="37"/>
                      <a:pt x="86" y="37"/>
                    </a:cubicBezTo>
                    <a:cubicBezTo>
                      <a:pt x="86" y="37"/>
                      <a:pt x="86" y="37"/>
                      <a:pt x="87" y="37"/>
                    </a:cubicBezTo>
                    <a:cubicBezTo>
                      <a:pt x="88" y="37"/>
                      <a:pt x="89" y="37"/>
                      <a:pt x="90" y="38"/>
                    </a:cubicBezTo>
                    <a:cubicBezTo>
                      <a:pt x="89" y="41"/>
                      <a:pt x="88" y="41"/>
                      <a:pt x="87" y="42"/>
                    </a:cubicBezTo>
                    <a:cubicBezTo>
                      <a:pt x="76" y="46"/>
                      <a:pt x="65" y="47"/>
                      <a:pt x="54" y="47"/>
                    </a:cubicBezTo>
                    <a:cubicBezTo>
                      <a:pt x="50" y="47"/>
                      <a:pt x="46" y="46"/>
                      <a:pt x="43" y="46"/>
                    </a:cubicBezTo>
                    <a:cubicBezTo>
                      <a:pt x="32" y="46"/>
                      <a:pt x="22" y="44"/>
                      <a:pt x="12" y="40"/>
                    </a:cubicBezTo>
                    <a:cubicBezTo>
                      <a:pt x="12" y="40"/>
                      <a:pt x="11" y="40"/>
                      <a:pt x="11" y="40"/>
                    </a:cubicBezTo>
                    <a:cubicBezTo>
                      <a:pt x="11" y="40"/>
                      <a:pt x="10" y="40"/>
                      <a:pt x="10" y="4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7" y="41"/>
                      <a:pt x="6" y="40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4" y="36"/>
                      <a:pt x="2" y="3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43"/>
                      <a:pt x="4" y="43"/>
                    </a:cubicBezTo>
                    <a:cubicBezTo>
                      <a:pt x="11" y="45"/>
                      <a:pt x="18" y="48"/>
                      <a:pt x="25" y="50"/>
                    </a:cubicBezTo>
                    <a:cubicBezTo>
                      <a:pt x="36" y="54"/>
                      <a:pt x="47" y="57"/>
                      <a:pt x="58" y="57"/>
                    </a:cubicBezTo>
                    <a:cubicBezTo>
                      <a:pt x="62" y="57"/>
                      <a:pt x="67" y="58"/>
                      <a:pt x="71" y="58"/>
                    </a:cubicBezTo>
                    <a:cubicBezTo>
                      <a:pt x="85" y="58"/>
                      <a:pt x="98" y="56"/>
                      <a:pt x="112" y="51"/>
                    </a:cubicBezTo>
                    <a:cubicBezTo>
                      <a:pt x="130" y="43"/>
                      <a:pt x="149" y="32"/>
                      <a:pt x="166" y="15"/>
                    </a:cubicBezTo>
                    <a:cubicBezTo>
                      <a:pt x="166" y="15"/>
                      <a:pt x="166" y="15"/>
                      <a:pt x="166" y="15"/>
                    </a:cubicBezTo>
                    <a:cubicBezTo>
                      <a:pt x="166" y="15"/>
                      <a:pt x="166" y="14"/>
                      <a:pt x="166" y="14"/>
                    </a:cubicBezTo>
                    <a:cubicBezTo>
                      <a:pt x="166" y="14"/>
                      <a:pt x="166" y="14"/>
                      <a:pt x="166" y="14"/>
                    </a:cubicBezTo>
                    <a:cubicBezTo>
                      <a:pt x="166" y="14"/>
                      <a:pt x="166" y="14"/>
                      <a:pt x="166" y="14"/>
                    </a:cubicBezTo>
                    <a:cubicBezTo>
                      <a:pt x="158" y="11"/>
                      <a:pt x="150" y="8"/>
                      <a:pt x="142" y="5"/>
                    </a:cubicBezTo>
                    <a:cubicBezTo>
                      <a:pt x="138" y="4"/>
                      <a:pt x="134" y="4"/>
                      <a:pt x="130" y="2"/>
                    </a:cubicBezTo>
                    <a:cubicBezTo>
                      <a:pt x="130" y="2"/>
                      <a:pt x="130" y="2"/>
                      <a:pt x="130" y="2"/>
                    </a:cubicBezTo>
                    <a:cubicBezTo>
                      <a:pt x="125" y="1"/>
                      <a:pt x="120" y="1"/>
                      <a:pt x="115" y="0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14" y="3"/>
                      <a:pt x="114" y="3"/>
                      <a:pt x="112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0" y="3"/>
                      <a:pt x="107" y="3"/>
                      <a:pt x="104" y="3"/>
                    </a:cubicBezTo>
                    <a:cubicBezTo>
                      <a:pt x="101" y="3"/>
                      <a:pt x="98" y="3"/>
                      <a:pt x="95" y="3"/>
                    </a:cubicBezTo>
                    <a:cubicBezTo>
                      <a:pt x="94" y="3"/>
                      <a:pt x="93" y="3"/>
                      <a:pt x="93" y="0"/>
                    </a:cubicBezTo>
                    <a:cubicBezTo>
                      <a:pt x="93" y="0"/>
                      <a:pt x="92" y="0"/>
                      <a:pt x="91" y="0"/>
                    </a:cubicBezTo>
                  </a:path>
                </a:pathLst>
              </a:custGeom>
              <a:solidFill>
                <a:srgbClr val="F8FAFB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1" name="Freeform 25">
                <a:extLst>
                  <a:ext uri="{FF2B5EF4-FFF2-40B4-BE49-F238E27FC236}">
                    <a16:creationId xmlns:a16="http://schemas.microsoft.com/office/drawing/2014/main" id="{BAB52085-0F0F-760E-E643-3AEAC23C2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427" y="526899"/>
                <a:ext cx="398961" cy="147652"/>
              </a:xfrm>
              <a:custGeom>
                <a:avLst/>
                <a:gdLst>
                  <a:gd name="T0" fmla="*/ 126 w 127"/>
                  <a:gd name="T1" fmla="*/ 0 h 66"/>
                  <a:gd name="T2" fmla="*/ 123 w 127"/>
                  <a:gd name="T3" fmla="*/ 2 h 66"/>
                  <a:gd name="T4" fmla="*/ 121 w 127"/>
                  <a:gd name="T5" fmla="*/ 2 h 66"/>
                  <a:gd name="T6" fmla="*/ 116 w 127"/>
                  <a:gd name="T7" fmla="*/ 1 h 66"/>
                  <a:gd name="T8" fmla="*/ 116 w 127"/>
                  <a:gd name="T9" fmla="*/ 1 h 66"/>
                  <a:gd name="T10" fmla="*/ 116 w 127"/>
                  <a:gd name="T11" fmla="*/ 1 h 66"/>
                  <a:gd name="T12" fmla="*/ 110 w 127"/>
                  <a:gd name="T13" fmla="*/ 3 h 66"/>
                  <a:gd name="T14" fmla="*/ 110 w 127"/>
                  <a:gd name="T15" fmla="*/ 3 h 66"/>
                  <a:gd name="T16" fmla="*/ 110 w 127"/>
                  <a:gd name="T17" fmla="*/ 3 h 66"/>
                  <a:gd name="T18" fmla="*/ 91 w 127"/>
                  <a:gd name="T19" fmla="*/ 12 h 66"/>
                  <a:gd name="T20" fmla="*/ 91 w 127"/>
                  <a:gd name="T21" fmla="*/ 12 h 66"/>
                  <a:gd name="T22" fmla="*/ 67 w 127"/>
                  <a:gd name="T23" fmla="*/ 26 h 66"/>
                  <a:gd name="T24" fmla="*/ 67 w 127"/>
                  <a:gd name="T25" fmla="*/ 26 h 66"/>
                  <a:gd name="T26" fmla="*/ 67 w 127"/>
                  <a:gd name="T27" fmla="*/ 26 h 66"/>
                  <a:gd name="T28" fmla="*/ 59 w 127"/>
                  <a:gd name="T29" fmla="*/ 32 h 66"/>
                  <a:gd name="T30" fmla="*/ 59 w 127"/>
                  <a:gd name="T31" fmla="*/ 32 h 66"/>
                  <a:gd name="T32" fmla="*/ 0 w 127"/>
                  <a:gd name="T33" fmla="*/ 66 h 66"/>
                  <a:gd name="T34" fmla="*/ 0 w 127"/>
                  <a:gd name="T35" fmla="*/ 66 h 66"/>
                  <a:gd name="T36" fmla="*/ 13 w 127"/>
                  <a:gd name="T37" fmla="*/ 62 h 66"/>
                  <a:gd name="T38" fmla="*/ 44 w 127"/>
                  <a:gd name="T39" fmla="*/ 46 h 66"/>
                  <a:gd name="T40" fmla="*/ 44 w 127"/>
                  <a:gd name="T41" fmla="*/ 46 h 66"/>
                  <a:gd name="T42" fmla="*/ 50 w 127"/>
                  <a:gd name="T43" fmla="*/ 42 h 66"/>
                  <a:gd name="T44" fmla="*/ 50 w 127"/>
                  <a:gd name="T45" fmla="*/ 42 h 66"/>
                  <a:gd name="T46" fmla="*/ 50 w 127"/>
                  <a:gd name="T47" fmla="*/ 42 h 66"/>
                  <a:gd name="T48" fmla="*/ 50 w 127"/>
                  <a:gd name="T49" fmla="*/ 42 h 66"/>
                  <a:gd name="T50" fmla="*/ 64 w 127"/>
                  <a:gd name="T51" fmla="*/ 34 h 66"/>
                  <a:gd name="T52" fmla="*/ 64 w 127"/>
                  <a:gd name="T53" fmla="*/ 34 h 66"/>
                  <a:gd name="T54" fmla="*/ 75 w 127"/>
                  <a:gd name="T55" fmla="*/ 28 h 66"/>
                  <a:gd name="T56" fmla="*/ 75 w 127"/>
                  <a:gd name="T57" fmla="*/ 28 h 66"/>
                  <a:gd name="T58" fmla="*/ 108 w 127"/>
                  <a:gd name="T59" fmla="*/ 13 h 66"/>
                  <a:gd name="T60" fmla="*/ 112 w 127"/>
                  <a:gd name="T61" fmla="*/ 12 h 66"/>
                  <a:gd name="T62" fmla="*/ 112 w 127"/>
                  <a:gd name="T63" fmla="*/ 12 h 66"/>
                  <a:gd name="T64" fmla="*/ 126 w 127"/>
                  <a:gd name="T65" fmla="*/ 7 h 66"/>
                  <a:gd name="T66" fmla="*/ 126 w 127"/>
                  <a:gd name="T67" fmla="*/ 7 h 66"/>
                  <a:gd name="T68" fmla="*/ 126 w 127"/>
                  <a:gd name="T6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7" h="66">
                    <a:moveTo>
                      <a:pt x="126" y="0"/>
                    </a:moveTo>
                    <a:cubicBezTo>
                      <a:pt x="125" y="0"/>
                      <a:pt x="124" y="1"/>
                      <a:pt x="123" y="2"/>
                    </a:cubicBezTo>
                    <a:cubicBezTo>
                      <a:pt x="123" y="2"/>
                      <a:pt x="122" y="2"/>
                      <a:pt x="121" y="2"/>
                    </a:cubicBezTo>
                    <a:cubicBezTo>
                      <a:pt x="120" y="2"/>
                      <a:pt x="118" y="1"/>
                      <a:pt x="116" y="1"/>
                    </a:cubicBezTo>
                    <a:cubicBezTo>
                      <a:pt x="116" y="1"/>
                      <a:pt x="116" y="1"/>
                      <a:pt x="116" y="1"/>
                    </a:cubicBezTo>
                    <a:cubicBezTo>
                      <a:pt x="116" y="1"/>
                      <a:pt x="116" y="1"/>
                      <a:pt x="116" y="1"/>
                    </a:cubicBezTo>
                    <a:cubicBezTo>
                      <a:pt x="114" y="2"/>
                      <a:pt x="112" y="2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4" y="6"/>
                      <a:pt x="97" y="9"/>
                      <a:pt x="91" y="12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83" y="17"/>
                      <a:pt x="75" y="22"/>
                      <a:pt x="67" y="26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4" y="28"/>
                      <a:pt x="62" y="30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40" y="44"/>
                      <a:pt x="20" y="57"/>
                      <a:pt x="0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5" y="66"/>
                      <a:pt x="9" y="64"/>
                      <a:pt x="13" y="62"/>
                    </a:cubicBezTo>
                    <a:cubicBezTo>
                      <a:pt x="24" y="57"/>
                      <a:pt x="34" y="50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6" y="44"/>
                      <a:pt x="48" y="42"/>
                      <a:pt x="50" y="42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5" y="39"/>
                      <a:pt x="59" y="36"/>
                      <a:pt x="64" y="34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8" y="32"/>
                      <a:pt x="71" y="31"/>
                      <a:pt x="75" y="28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86" y="22"/>
                      <a:pt x="97" y="16"/>
                      <a:pt x="108" y="13"/>
                    </a:cubicBezTo>
                    <a:cubicBezTo>
                      <a:pt x="109" y="13"/>
                      <a:pt x="111" y="12"/>
                      <a:pt x="112" y="12"/>
                    </a:cubicBezTo>
                    <a:cubicBezTo>
                      <a:pt x="112" y="12"/>
                      <a:pt x="112" y="12"/>
                      <a:pt x="112" y="12"/>
                    </a:cubicBezTo>
                    <a:cubicBezTo>
                      <a:pt x="117" y="9"/>
                      <a:pt x="122" y="9"/>
                      <a:pt x="126" y="7"/>
                    </a:cubicBezTo>
                    <a:cubicBezTo>
                      <a:pt x="126" y="7"/>
                      <a:pt x="126" y="7"/>
                      <a:pt x="126" y="7"/>
                    </a:cubicBezTo>
                    <a:cubicBezTo>
                      <a:pt x="127" y="4"/>
                      <a:pt x="127" y="0"/>
                      <a:pt x="126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2" name="Freeform 26">
                <a:extLst>
                  <a:ext uri="{FF2B5EF4-FFF2-40B4-BE49-F238E27FC236}">
                    <a16:creationId xmlns:a16="http://schemas.microsoft.com/office/drawing/2014/main" id="{85BED189-1976-4032-0144-9807708DD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700" y="564645"/>
                <a:ext cx="263377" cy="78822"/>
              </a:xfrm>
              <a:custGeom>
                <a:avLst/>
                <a:gdLst>
                  <a:gd name="T0" fmla="*/ 80 w 84"/>
                  <a:gd name="T1" fmla="*/ 0 h 35"/>
                  <a:gd name="T2" fmla="*/ 74 w 84"/>
                  <a:gd name="T3" fmla="*/ 5 h 35"/>
                  <a:gd name="T4" fmla="*/ 73 w 84"/>
                  <a:gd name="T5" fmla="*/ 4 h 35"/>
                  <a:gd name="T6" fmla="*/ 73 w 84"/>
                  <a:gd name="T7" fmla="*/ 4 h 35"/>
                  <a:gd name="T8" fmla="*/ 73 w 84"/>
                  <a:gd name="T9" fmla="*/ 4 h 35"/>
                  <a:gd name="T10" fmla="*/ 18 w 84"/>
                  <a:gd name="T11" fmla="*/ 28 h 35"/>
                  <a:gd name="T12" fmla="*/ 14 w 84"/>
                  <a:gd name="T13" fmla="*/ 29 h 35"/>
                  <a:gd name="T14" fmla="*/ 13 w 84"/>
                  <a:gd name="T15" fmla="*/ 29 h 35"/>
                  <a:gd name="T16" fmla="*/ 13 w 84"/>
                  <a:gd name="T17" fmla="*/ 29 h 35"/>
                  <a:gd name="T18" fmla="*/ 13 w 84"/>
                  <a:gd name="T19" fmla="*/ 29 h 35"/>
                  <a:gd name="T20" fmla="*/ 12 w 84"/>
                  <a:gd name="T21" fmla="*/ 29 h 35"/>
                  <a:gd name="T22" fmla="*/ 10 w 84"/>
                  <a:gd name="T23" fmla="*/ 29 h 35"/>
                  <a:gd name="T24" fmla="*/ 8 w 84"/>
                  <a:gd name="T25" fmla="*/ 29 h 35"/>
                  <a:gd name="T26" fmla="*/ 5 w 84"/>
                  <a:gd name="T27" fmla="*/ 31 h 35"/>
                  <a:gd name="T28" fmla="*/ 5 w 84"/>
                  <a:gd name="T29" fmla="*/ 31 h 35"/>
                  <a:gd name="T30" fmla="*/ 0 w 84"/>
                  <a:gd name="T31" fmla="*/ 35 h 35"/>
                  <a:gd name="T32" fmla="*/ 14 w 84"/>
                  <a:gd name="T33" fmla="*/ 33 h 35"/>
                  <a:gd name="T34" fmla="*/ 43 w 84"/>
                  <a:gd name="T35" fmla="*/ 25 h 35"/>
                  <a:gd name="T36" fmla="*/ 84 w 84"/>
                  <a:gd name="T37" fmla="*/ 7 h 35"/>
                  <a:gd name="T38" fmla="*/ 84 w 84"/>
                  <a:gd name="T39" fmla="*/ 7 h 35"/>
                  <a:gd name="T40" fmla="*/ 80 w 84"/>
                  <a:gd name="T41" fmla="*/ 0 h 35"/>
                  <a:gd name="T42" fmla="*/ 80 w 84"/>
                  <a:gd name="T4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4" h="35">
                    <a:moveTo>
                      <a:pt x="80" y="0"/>
                    </a:moveTo>
                    <a:cubicBezTo>
                      <a:pt x="78" y="1"/>
                      <a:pt x="76" y="5"/>
                      <a:pt x="74" y="5"/>
                    </a:cubicBezTo>
                    <a:cubicBezTo>
                      <a:pt x="74" y="5"/>
                      <a:pt x="73" y="4"/>
                      <a:pt x="73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55" y="14"/>
                      <a:pt x="37" y="22"/>
                      <a:pt x="18" y="28"/>
                    </a:cubicBezTo>
                    <a:cubicBezTo>
                      <a:pt x="17" y="28"/>
                      <a:pt x="15" y="29"/>
                      <a:pt x="14" y="29"/>
                    </a:cubicBezTo>
                    <a:cubicBezTo>
                      <a:pt x="14" y="29"/>
                      <a:pt x="13" y="29"/>
                      <a:pt x="13" y="2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29"/>
                      <a:pt x="12" y="29"/>
                      <a:pt x="12" y="29"/>
                    </a:cubicBezTo>
                    <a:cubicBezTo>
                      <a:pt x="11" y="29"/>
                      <a:pt x="11" y="29"/>
                      <a:pt x="10" y="29"/>
                    </a:cubicBezTo>
                    <a:cubicBezTo>
                      <a:pt x="9" y="29"/>
                      <a:pt x="9" y="29"/>
                      <a:pt x="8" y="29"/>
                    </a:cubicBezTo>
                    <a:cubicBezTo>
                      <a:pt x="7" y="29"/>
                      <a:pt x="6" y="29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4" y="34"/>
                      <a:pt x="1" y="33"/>
                      <a:pt x="0" y="35"/>
                    </a:cubicBezTo>
                    <a:cubicBezTo>
                      <a:pt x="5" y="35"/>
                      <a:pt x="9" y="35"/>
                      <a:pt x="14" y="33"/>
                    </a:cubicBezTo>
                    <a:cubicBezTo>
                      <a:pt x="24" y="30"/>
                      <a:pt x="33" y="28"/>
                      <a:pt x="43" y="25"/>
                    </a:cubicBezTo>
                    <a:cubicBezTo>
                      <a:pt x="57" y="20"/>
                      <a:pt x="71" y="15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4" y="3"/>
                      <a:pt x="80" y="5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</a:path>
                </a:pathLst>
              </a:custGeom>
              <a:solidFill>
                <a:srgbClr val="CBEBF8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3" name="Freeform 27">
                <a:extLst>
                  <a:ext uri="{FF2B5EF4-FFF2-40B4-BE49-F238E27FC236}">
                    <a16:creationId xmlns:a16="http://schemas.microsoft.com/office/drawing/2014/main" id="{CCC39B5C-A06D-5A43-0A50-C26DDBE84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661" y="564645"/>
                <a:ext cx="84156" cy="33305"/>
              </a:xfrm>
              <a:custGeom>
                <a:avLst/>
                <a:gdLst>
                  <a:gd name="T0" fmla="*/ 10 w 27"/>
                  <a:gd name="T1" fmla="*/ 0 h 15"/>
                  <a:gd name="T2" fmla="*/ 10 w 27"/>
                  <a:gd name="T3" fmla="*/ 0 h 15"/>
                  <a:gd name="T4" fmla="*/ 8 w 27"/>
                  <a:gd name="T5" fmla="*/ 1 h 15"/>
                  <a:gd name="T6" fmla="*/ 8 w 27"/>
                  <a:gd name="T7" fmla="*/ 1 h 15"/>
                  <a:gd name="T8" fmla="*/ 8 w 27"/>
                  <a:gd name="T9" fmla="*/ 1 h 15"/>
                  <a:gd name="T10" fmla="*/ 0 w 27"/>
                  <a:gd name="T11" fmla="*/ 6 h 15"/>
                  <a:gd name="T12" fmla="*/ 0 w 27"/>
                  <a:gd name="T13" fmla="*/ 6 h 15"/>
                  <a:gd name="T14" fmla="*/ 11 w 27"/>
                  <a:gd name="T15" fmla="*/ 11 h 15"/>
                  <a:gd name="T16" fmla="*/ 19 w 27"/>
                  <a:gd name="T17" fmla="*/ 15 h 15"/>
                  <a:gd name="T18" fmla="*/ 19 w 27"/>
                  <a:gd name="T19" fmla="*/ 15 h 15"/>
                  <a:gd name="T20" fmla="*/ 27 w 27"/>
                  <a:gd name="T21" fmla="*/ 9 h 15"/>
                  <a:gd name="T22" fmla="*/ 27 w 27"/>
                  <a:gd name="T23" fmla="*/ 9 h 15"/>
                  <a:gd name="T24" fmla="*/ 10 w 27"/>
                  <a:gd name="T2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15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9" y="0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5" y="3"/>
                      <a:pt x="2" y="3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3" y="8"/>
                      <a:pt x="7" y="9"/>
                      <a:pt x="11" y="11"/>
                    </a:cubicBezTo>
                    <a:cubicBezTo>
                      <a:pt x="13" y="12"/>
                      <a:pt x="17" y="10"/>
                      <a:pt x="19" y="15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22" y="13"/>
                      <a:pt x="24" y="11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1" y="6"/>
                      <a:pt x="15" y="6"/>
                      <a:pt x="10" y="0"/>
                    </a:cubicBezTo>
                  </a:path>
                </a:pathLst>
              </a:custGeom>
              <a:solidFill>
                <a:srgbClr val="C8EAF8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4" name="Freeform 28">
                <a:extLst>
                  <a:ext uri="{FF2B5EF4-FFF2-40B4-BE49-F238E27FC236}">
                    <a16:creationId xmlns:a16="http://schemas.microsoft.com/office/drawing/2014/main" id="{8717ACCE-D736-059D-F140-31854A0AE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98" y="634585"/>
                <a:ext cx="154286" cy="17763"/>
              </a:xfrm>
              <a:custGeom>
                <a:avLst/>
                <a:gdLst>
                  <a:gd name="T0" fmla="*/ 48 w 49"/>
                  <a:gd name="T1" fmla="*/ 0 h 8"/>
                  <a:gd name="T2" fmla="*/ 43 w 49"/>
                  <a:gd name="T3" fmla="*/ 1 h 8"/>
                  <a:gd name="T4" fmla="*/ 38 w 49"/>
                  <a:gd name="T5" fmla="*/ 2 h 8"/>
                  <a:gd name="T6" fmla="*/ 37 w 49"/>
                  <a:gd name="T7" fmla="*/ 1 h 8"/>
                  <a:gd name="T8" fmla="*/ 37 w 49"/>
                  <a:gd name="T9" fmla="*/ 1 h 8"/>
                  <a:gd name="T10" fmla="*/ 32 w 49"/>
                  <a:gd name="T11" fmla="*/ 3 h 8"/>
                  <a:gd name="T12" fmla="*/ 0 w 49"/>
                  <a:gd name="T13" fmla="*/ 4 h 8"/>
                  <a:gd name="T14" fmla="*/ 0 w 49"/>
                  <a:gd name="T15" fmla="*/ 4 h 8"/>
                  <a:gd name="T16" fmla="*/ 2 w 49"/>
                  <a:gd name="T17" fmla="*/ 6 h 8"/>
                  <a:gd name="T18" fmla="*/ 22 w 49"/>
                  <a:gd name="T19" fmla="*/ 8 h 8"/>
                  <a:gd name="T20" fmla="*/ 27 w 49"/>
                  <a:gd name="T21" fmla="*/ 8 h 8"/>
                  <a:gd name="T22" fmla="*/ 32 w 49"/>
                  <a:gd name="T23" fmla="*/ 7 h 8"/>
                  <a:gd name="T24" fmla="*/ 32 w 49"/>
                  <a:gd name="T25" fmla="*/ 7 h 8"/>
                  <a:gd name="T26" fmla="*/ 32 w 49"/>
                  <a:gd name="T27" fmla="*/ 7 h 8"/>
                  <a:gd name="T28" fmla="*/ 44 w 49"/>
                  <a:gd name="T29" fmla="*/ 4 h 8"/>
                  <a:gd name="T30" fmla="*/ 44 w 49"/>
                  <a:gd name="T31" fmla="*/ 4 h 8"/>
                  <a:gd name="T32" fmla="*/ 49 w 49"/>
                  <a:gd name="T33" fmla="*/ 0 h 8"/>
                  <a:gd name="T34" fmla="*/ 49 w 49"/>
                  <a:gd name="T35" fmla="*/ 0 h 8"/>
                  <a:gd name="T36" fmla="*/ 49 w 49"/>
                  <a:gd name="T37" fmla="*/ 0 h 8"/>
                  <a:gd name="T38" fmla="*/ 48 w 49"/>
                  <a:gd name="T3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8">
                    <a:moveTo>
                      <a:pt x="48" y="0"/>
                    </a:moveTo>
                    <a:cubicBezTo>
                      <a:pt x="47" y="0"/>
                      <a:pt x="45" y="0"/>
                      <a:pt x="43" y="1"/>
                    </a:cubicBezTo>
                    <a:cubicBezTo>
                      <a:pt x="42" y="1"/>
                      <a:pt x="40" y="2"/>
                      <a:pt x="38" y="2"/>
                    </a:cubicBezTo>
                    <a:cubicBezTo>
                      <a:pt x="38" y="2"/>
                      <a:pt x="37" y="1"/>
                      <a:pt x="37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5" y="2"/>
                      <a:pt x="33" y="2"/>
                      <a:pt x="32" y="3"/>
                    </a:cubicBezTo>
                    <a:cubicBezTo>
                      <a:pt x="21" y="5"/>
                      <a:pt x="11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6"/>
                      <a:pt x="1" y="6"/>
                      <a:pt x="2" y="6"/>
                    </a:cubicBezTo>
                    <a:cubicBezTo>
                      <a:pt x="9" y="7"/>
                      <a:pt x="15" y="8"/>
                      <a:pt x="22" y="8"/>
                    </a:cubicBezTo>
                    <a:cubicBezTo>
                      <a:pt x="24" y="8"/>
                      <a:pt x="25" y="8"/>
                      <a:pt x="27" y="8"/>
                    </a:cubicBezTo>
                    <a:cubicBezTo>
                      <a:pt x="28" y="7"/>
                      <a:pt x="30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6" y="6"/>
                      <a:pt x="40" y="5"/>
                      <a:pt x="44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5" y="2"/>
                      <a:pt x="48" y="3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48" y="0"/>
                      <a:pt x="48" y="0"/>
                    </a:cubicBezTo>
                  </a:path>
                </a:pathLst>
              </a:custGeom>
              <a:solidFill>
                <a:srgbClr val="F5F8F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5" name="Freeform 29">
                <a:extLst>
                  <a:ext uri="{FF2B5EF4-FFF2-40B4-BE49-F238E27FC236}">
                    <a16:creationId xmlns:a16="http://schemas.microsoft.com/office/drawing/2014/main" id="{5A08765B-C103-9EB9-02B0-891E22E66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609" y="555763"/>
                <a:ext cx="52987" cy="24424"/>
              </a:xfrm>
              <a:custGeom>
                <a:avLst/>
                <a:gdLst>
                  <a:gd name="T0" fmla="*/ 6 w 17"/>
                  <a:gd name="T1" fmla="*/ 0 h 11"/>
                  <a:gd name="T2" fmla="*/ 6 w 17"/>
                  <a:gd name="T3" fmla="*/ 1 h 11"/>
                  <a:gd name="T4" fmla="*/ 0 w 17"/>
                  <a:gd name="T5" fmla="*/ 4 h 11"/>
                  <a:gd name="T6" fmla="*/ 0 w 17"/>
                  <a:gd name="T7" fmla="*/ 4 h 11"/>
                  <a:gd name="T8" fmla="*/ 4 w 17"/>
                  <a:gd name="T9" fmla="*/ 11 h 11"/>
                  <a:gd name="T10" fmla="*/ 4 w 17"/>
                  <a:gd name="T11" fmla="*/ 11 h 11"/>
                  <a:gd name="T12" fmla="*/ 9 w 17"/>
                  <a:gd name="T13" fmla="*/ 10 h 11"/>
                  <a:gd name="T14" fmla="*/ 9 w 17"/>
                  <a:gd name="T15" fmla="*/ 10 h 11"/>
                  <a:gd name="T16" fmla="*/ 17 w 17"/>
                  <a:gd name="T17" fmla="*/ 5 h 11"/>
                  <a:gd name="T18" fmla="*/ 17 w 17"/>
                  <a:gd name="T19" fmla="*/ 5 h 11"/>
                  <a:gd name="T20" fmla="*/ 6 w 17"/>
                  <a:gd name="T21" fmla="*/ 1 h 11"/>
                  <a:gd name="T22" fmla="*/ 6 w 17"/>
                  <a:gd name="T2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" h="11">
                    <a:moveTo>
                      <a:pt x="6" y="0"/>
                    </a:moveTo>
                    <a:cubicBezTo>
                      <a:pt x="6" y="0"/>
                      <a:pt x="6" y="0"/>
                      <a:pt x="6" y="1"/>
                    </a:cubicBezTo>
                    <a:cubicBezTo>
                      <a:pt x="4" y="2"/>
                      <a:pt x="2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9"/>
                      <a:pt x="4" y="7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6" y="11"/>
                      <a:pt x="7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1" y="7"/>
                      <a:pt x="14" y="7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3" y="1"/>
                      <a:pt x="9" y="1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6F9F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6" name="Freeform 30">
                <a:extLst>
                  <a:ext uri="{FF2B5EF4-FFF2-40B4-BE49-F238E27FC236}">
                    <a16:creationId xmlns:a16="http://schemas.microsoft.com/office/drawing/2014/main" id="{A7F69678-5E55-6C80-8778-3A9A0C0C9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466" y="324848"/>
                <a:ext cx="584416" cy="184287"/>
              </a:xfrm>
              <a:custGeom>
                <a:avLst/>
                <a:gdLst>
                  <a:gd name="T0" fmla="*/ 140 w 186"/>
                  <a:gd name="T1" fmla="*/ 0 h 82"/>
                  <a:gd name="T2" fmla="*/ 131 w 186"/>
                  <a:gd name="T3" fmla="*/ 1 h 82"/>
                  <a:gd name="T4" fmla="*/ 122 w 186"/>
                  <a:gd name="T5" fmla="*/ 2 h 82"/>
                  <a:gd name="T6" fmla="*/ 119 w 186"/>
                  <a:gd name="T7" fmla="*/ 1 h 82"/>
                  <a:gd name="T8" fmla="*/ 119 w 186"/>
                  <a:gd name="T9" fmla="*/ 1 h 82"/>
                  <a:gd name="T10" fmla="*/ 97 w 186"/>
                  <a:gd name="T11" fmla="*/ 7 h 82"/>
                  <a:gd name="T12" fmla="*/ 86 w 186"/>
                  <a:gd name="T13" fmla="*/ 9 h 82"/>
                  <a:gd name="T14" fmla="*/ 86 w 186"/>
                  <a:gd name="T15" fmla="*/ 9 h 82"/>
                  <a:gd name="T16" fmla="*/ 86 w 186"/>
                  <a:gd name="T17" fmla="*/ 9 h 82"/>
                  <a:gd name="T18" fmla="*/ 78 w 186"/>
                  <a:gd name="T19" fmla="*/ 14 h 82"/>
                  <a:gd name="T20" fmla="*/ 69 w 186"/>
                  <a:gd name="T21" fmla="*/ 22 h 82"/>
                  <a:gd name="T22" fmla="*/ 13 w 186"/>
                  <a:gd name="T23" fmla="*/ 67 h 82"/>
                  <a:gd name="T24" fmla="*/ 0 w 186"/>
                  <a:gd name="T25" fmla="*/ 77 h 82"/>
                  <a:gd name="T26" fmla="*/ 0 w 186"/>
                  <a:gd name="T27" fmla="*/ 77 h 82"/>
                  <a:gd name="T28" fmla="*/ 0 w 186"/>
                  <a:gd name="T29" fmla="*/ 78 h 82"/>
                  <a:gd name="T30" fmla="*/ 7 w 186"/>
                  <a:gd name="T31" fmla="*/ 82 h 82"/>
                  <a:gd name="T32" fmla="*/ 7 w 186"/>
                  <a:gd name="T33" fmla="*/ 82 h 82"/>
                  <a:gd name="T34" fmla="*/ 25 w 186"/>
                  <a:gd name="T35" fmla="*/ 73 h 82"/>
                  <a:gd name="T36" fmla="*/ 25 w 186"/>
                  <a:gd name="T37" fmla="*/ 73 h 82"/>
                  <a:gd name="T38" fmla="*/ 25 w 186"/>
                  <a:gd name="T39" fmla="*/ 73 h 82"/>
                  <a:gd name="T40" fmla="*/ 48 w 186"/>
                  <a:gd name="T41" fmla="*/ 58 h 82"/>
                  <a:gd name="T42" fmla="*/ 94 w 186"/>
                  <a:gd name="T43" fmla="*/ 33 h 82"/>
                  <a:gd name="T44" fmla="*/ 101 w 186"/>
                  <a:gd name="T45" fmla="*/ 31 h 82"/>
                  <a:gd name="T46" fmla="*/ 101 w 186"/>
                  <a:gd name="T47" fmla="*/ 31 h 82"/>
                  <a:gd name="T48" fmla="*/ 102 w 186"/>
                  <a:gd name="T49" fmla="*/ 29 h 82"/>
                  <a:gd name="T50" fmla="*/ 130 w 186"/>
                  <a:gd name="T51" fmla="*/ 20 h 82"/>
                  <a:gd name="T52" fmla="*/ 166 w 186"/>
                  <a:gd name="T53" fmla="*/ 12 h 82"/>
                  <a:gd name="T54" fmla="*/ 166 w 186"/>
                  <a:gd name="T55" fmla="*/ 12 h 82"/>
                  <a:gd name="T56" fmla="*/ 168 w 186"/>
                  <a:gd name="T57" fmla="*/ 11 h 82"/>
                  <a:gd name="T58" fmla="*/ 168 w 186"/>
                  <a:gd name="T59" fmla="*/ 11 h 82"/>
                  <a:gd name="T60" fmla="*/ 169 w 186"/>
                  <a:gd name="T61" fmla="*/ 11 h 82"/>
                  <a:gd name="T62" fmla="*/ 169 w 186"/>
                  <a:gd name="T63" fmla="*/ 11 h 82"/>
                  <a:gd name="T64" fmla="*/ 183 w 186"/>
                  <a:gd name="T65" fmla="*/ 11 h 82"/>
                  <a:gd name="T66" fmla="*/ 183 w 186"/>
                  <a:gd name="T67" fmla="*/ 11 h 82"/>
                  <a:gd name="T68" fmla="*/ 184 w 186"/>
                  <a:gd name="T69" fmla="*/ 11 h 82"/>
                  <a:gd name="T70" fmla="*/ 185 w 186"/>
                  <a:gd name="T71" fmla="*/ 11 h 82"/>
                  <a:gd name="T72" fmla="*/ 186 w 186"/>
                  <a:gd name="T73" fmla="*/ 8 h 82"/>
                  <a:gd name="T74" fmla="*/ 183 w 186"/>
                  <a:gd name="T75" fmla="*/ 5 h 82"/>
                  <a:gd name="T76" fmla="*/ 140 w 186"/>
                  <a:gd name="T77" fmla="*/ 0 h 82"/>
                  <a:gd name="T78" fmla="*/ 140 w 186"/>
                  <a:gd name="T7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86" h="82">
                    <a:moveTo>
                      <a:pt x="140" y="0"/>
                    </a:moveTo>
                    <a:cubicBezTo>
                      <a:pt x="137" y="0"/>
                      <a:pt x="134" y="0"/>
                      <a:pt x="131" y="1"/>
                    </a:cubicBezTo>
                    <a:cubicBezTo>
                      <a:pt x="128" y="1"/>
                      <a:pt x="125" y="2"/>
                      <a:pt x="122" y="2"/>
                    </a:cubicBezTo>
                    <a:cubicBezTo>
                      <a:pt x="121" y="2"/>
                      <a:pt x="120" y="2"/>
                      <a:pt x="119" y="1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11" y="2"/>
                      <a:pt x="104" y="5"/>
                      <a:pt x="97" y="7"/>
                    </a:cubicBezTo>
                    <a:cubicBezTo>
                      <a:pt x="93" y="8"/>
                      <a:pt x="90" y="8"/>
                      <a:pt x="86" y="9"/>
                    </a:cubicBezTo>
                    <a:cubicBezTo>
                      <a:pt x="86" y="9"/>
                      <a:pt x="86" y="9"/>
                      <a:pt x="86" y="9"/>
                    </a:cubicBezTo>
                    <a:cubicBezTo>
                      <a:pt x="86" y="9"/>
                      <a:pt x="86" y="9"/>
                      <a:pt x="86" y="9"/>
                    </a:cubicBezTo>
                    <a:cubicBezTo>
                      <a:pt x="84" y="11"/>
                      <a:pt x="81" y="12"/>
                      <a:pt x="78" y="14"/>
                    </a:cubicBezTo>
                    <a:cubicBezTo>
                      <a:pt x="75" y="19"/>
                      <a:pt x="72" y="20"/>
                      <a:pt x="69" y="22"/>
                    </a:cubicBezTo>
                    <a:cubicBezTo>
                      <a:pt x="50" y="37"/>
                      <a:pt x="32" y="52"/>
                      <a:pt x="13" y="67"/>
                    </a:cubicBezTo>
                    <a:cubicBezTo>
                      <a:pt x="9" y="70"/>
                      <a:pt x="5" y="73"/>
                      <a:pt x="0" y="77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77"/>
                      <a:pt x="0" y="78"/>
                      <a:pt x="0" y="78"/>
                    </a:cubicBezTo>
                    <a:cubicBezTo>
                      <a:pt x="3" y="80"/>
                      <a:pt x="5" y="81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13" y="80"/>
                      <a:pt x="19" y="76"/>
                      <a:pt x="25" y="73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32" y="67"/>
                      <a:pt x="40" y="63"/>
                      <a:pt x="48" y="58"/>
                    </a:cubicBezTo>
                    <a:cubicBezTo>
                      <a:pt x="63" y="49"/>
                      <a:pt x="78" y="41"/>
                      <a:pt x="94" y="33"/>
                    </a:cubicBezTo>
                    <a:cubicBezTo>
                      <a:pt x="96" y="32"/>
                      <a:pt x="99" y="32"/>
                      <a:pt x="101" y="31"/>
                    </a:cubicBezTo>
                    <a:cubicBezTo>
                      <a:pt x="101" y="31"/>
                      <a:pt x="101" y="31"/>
                      <a:pt x="101" y="31"/>
                    </a:cubicBezTo>
                    <a:cubicBezTo>
                      <a:pt x="102" y="30"/>
                      <a:pt x="102" y="30"/>
                      <a:pt x="102" y="29"/>
                    </a:cubicBezTo>
                    <a:cubicBezTo>
                      <a:pt x="111" y="25"/>
                      <a:pt x="120" y="22"/>
                      <a:pt x="130" y="20"/>
                    </a:cubicBezTo>
                    <a:cubicBezTo>
                      <a:pt x="142" y="16"/>
                      <a:pt x="154" y="13"/>
                      <a:pt x="166" y="12"/>
                    </a:cubicBezTo>
                    <a:cubicBezTo>
                      <a:pt x="166" y="12"/>
                      <a:pt x="166" y="12"/>
                      <a:pt x="166" y="12"/>
                    </a:cubicBezTo>
                    <a:cubicBezTo>
                      <a:pt x="166" y="11"/>
                      <a:pt x="167" y="11"/>
                      <a:pt x="168" y="11"/>
                    </a:cubicBezTo>
                    <a:cubicBezTo>
                      <a:pt x="168" y="11"/>
                      <a:pt x="168" y="11"/>
                      <a:pt x="168" y="11"/>
                    </a:cubicBezTo>
                    <a:cubicBezTo>
                      <a:pt x="169" y="11"/>
                      <a:pt x="169" y="11"/>
                      <a:pt x="169" y="11"/>
                    </a:cubicBezTo>
                    <a:cubicBezTo>
                      <a:pt x="169" y="11"/>
                      <a:pt x="169" y="11"/>
                      <a:pt x="169" y="11"/>
                    </a:cubicBezTo>
                    <a:cubicBezTo>
                      <a:pt x="174" y="11"/>
                      <a:pt x="179" y="11"/>
                      <a:pt x="183" y="11"/>
                    </a:cubicBezTo>
                    <a:cubicBezTo>
                      <a:pt x="183" y="11"/>
                      <a:pt x="183" y="11"/>
                      <a:pt x="183" y="11"/>
                    </a:cubicBezTo>
                    <a:cubicBezTo>
                      <a:pt x="184" y="11"/>
                      <a:pt x="184" y="11"/>
                      <a:pt x="184" y="11"/>
                    </a:cubicBezTo>
                    <a:cubicBezTo>
                      <a:pt x="184" y="11"/>
                      <a:pt x="185" y="11"/>
                      <a:pt x="185" y="11"/>
                    </a:cubicBezTo>
                    <a:cubicBezTo>
                      <a:pt x="185" y="11"/>
                      <a:pt x="186" y="10"/>
                      <a:pt x="186" y="8"/>
                    </a:cubicBezTo>
                    <a:cubicBezTo>
                      <a:pt x="186" y="5"/>
                      <a:pt x="185" y="5"/>
                      <a:pt x="183" y="5"/>
                    </a:cubicBezTo>
                    <a:cubicBezTo>
                      <a:pt x="169" y="1"/>
                      <a:pt x="155" y="0"/>
                      <a:pt x="140" y="0"/>
                    </a:cubicBezTo>
                    <a:cubicBezTo>
                      <a:pt x="140" y="0"/>
                      <a:pt x="140" y="0"/>
                      <a:pt x="140" y="0"/>
                    </a:cubicBezTo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7" name="Freeform 31">
                <a:extLst>
                  <a:ext uri="{FF2B5EF4-FFF2-40B4-BE49-F238E27FC236}">
                    <a16:creationId xmlns:a16="http://schemas.microsoft.com/office/drawing/2014/main" id="{BAD4AB7C-EBDB-72CF-824B-7662E32D8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505" y="428094"/>
                <a:ext cx="423896" cy="105466"/>
              </a:xfrm>
              <a:custGeom>
                <a:avLst/>
                <a:gdLst>
                  <a:gd name="T0" fmla="*/ 121 w 135"/>
                  <a:gd name="T1" fmla="*/ 0 h 47"/>
                  <a:gd name="T2" fmla="*/ 94 w 135"/>
                  <a:gd name="T3" fmla="*/ 3 h 47"/>
                  <a:gd name="T4" fmla="*/ 72 w 135"/>
                  <a:gd name="T5" fmla="*/ 8 h 47"/>
                  <a:gd name="T6" fmla="*/ 71 w 135"/>
                  <a:gd name="T7" fmla="*/ 8 h 47"/>
                  <a:gd name="T8" fmla="*/ 71 w 135"/>
                  <a:gd name="T9" fmla="*/ 8 h 47"/>
                  <a:gd name="T10" fmla="*/ 2 w 135"/>
                  <a:gd name="T11" fmla="*/ 39 h 47"/>
                  <a:gd name="T12" fmla="*/ 0 w 135"/>
                  <a:gd name="T13" fmla="*/ 39 h 47"/>
                  <a:gd name="T14" fmla="*/ 0 w 135"/>
                  <a:gd name="T15" fmla="*/ 39 h 47"/>
                  <a:gd name="T16" fmla="*/ 0 w 135"/>
                  <a:gd name="T17" fmla="*/ 39 h 47"/>
                  <a:gd name="T18" fmla="*/ 8 w 135"/>
                  <a:gd name="T19" fmla="*/ 45 h 47"/>
                  <a:gd name="T20" fmla="*/ 15 w 135"/>
                  <a:gd name="T21" fmla="*/ 47 h 47"/>
                  <a:gd name="T22" fmla="*/ 17 w 135"/>
                  <a:gd name="T23" fmla="*/ 47 h 47"/>
                  <a:gd name="T24" fmla="*/ 19 w 135"/>
                  <a:gd name="T25" fmla="*/ 47 h 47"/>
                  <a:gd name="T26" fmla="*/ 20 w 135"/>
                  <a:gd name="T27" fmla="*/ 47 h 47"/>
                  <a:gd name="T28" fmla="*/ 20 w 135"/>
                  <a:gd name="T29" fmla="*/ 47 h 47"/>
                  <a:gd name="T30" fmla="*/ 26 w 135"/>
                  <a:gd name="T31" fmla="*/ 45 h 47"/>
                  <a:gd name="T32" fmla="*/ 26 w 135"/>
                  <a:gd name="T33" fmla="*/ 45 h 47"/>
                  <a:gd name="T34" fmla="*/ 42 w 135"/>
                  <a:gd name="T35" fmla="*/ 39 h 47"/>
                  <a:gd name="T36" fmla="*/ 77 w 135"/>
                  <a:gd name="T37" fmla="*/ 34 h 47"/>
                  <a:gd name="T38" fmla="*/ 87 w 135"/>
                  <a:gd name="T39" fmla="*/ 35 h 47"/>
                  <a:gd name="T40" fmla="*/ 112 w 135"/>
                  <a:gd name="T41" fmla="*/ 39 h 47"/>
                  <a:gd name="T42" fmla="*/ 112 w 135"/>
                  <a:gd name="T43" fmla="*/ 39 h 47"/>
                  <a:gd name="T44" fmla="*/ 113 w 135"/>
                  <a:gd name="T45" fmla="*/ 39 h 47"/>
                  <a:gd name="T46" fmla="*/ 115 w 135"/>
                  <a:gd name="T47" fmla="*/ 33 h 47"/>
                  <a:gd name="T48" fmla="*/ 131 w 135"/>
                  <a:gd name="T49" fmla="*/ 10 h 47"/>
                  <a:gd name="T50" fmla="*/ 135 w 135"/>
                  <a:gd name="T51" fmla="*/ 0 h 47"/>
                  <a:gd name="T52" fmla="*/ 135 w 135"/>
                  <a:gd name="T53" fmla="*/ 0 h 47"/>
                  <a:gd name="T54" fmla="*/ 135 w 135"/>
                  <a:gd name="T55" fmla="*/ 0 h 47"/>
                  <a:gd name="T56" fmla="*/ 123 w 135"/>
                  <a:gd name="T57" fmla="*/ 0 h 47"/>
                  <a:gd name="T58" fmla="*/ 121 w 135"/>
                  <a:gd name="T5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35" h="47">
                    <a:moveTo>
                      <a:pt x="121" y="0"/>
                    </a:moveTo>
                    <a:cubicBezTo>
                      <a:pt x="112" y="0"/>
                      <a:pt x="103" y="1"/>
                      <a:pt x="94" y="3"/>
                    </a:cubicBezTo>
                    <a:cubicBezTo>
                      <a:pt x="87" y="5"/>
                      <a:pt x="79" y="6"/>
                      <a:pt x="72" y="8"/>
                    </a:cubicBezTo>
                    <a:cubicBezTo>
                      <a:pt x="72" y="8"/>
                      <a:pt x="72" y="8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48" y="16"/>
                      <a:pt x="25" y="26"/>
                      <a:pt x="2" y="39"/>
                    </a:cubicBezTo>
                    <a:cubicBezTo>
                      <a:pt x="1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2" y="46"/>
                      <a:pt x="5" y="43"/>
                      <a:pt x="8" y="45"/>
                    </a:cubicBezTo>
                    <a:cubicBezTo>
                      <a:pt x="10" y="47"/>
                      <a:pt x="12" y="47"/>
                      <a:pt x="15" y="47"/>
                    </a:cubicBezTo>
                    <a:cubicBezTo>
                      <a:pt x="15" y="47"/>
                      <a:pt x="16" y="47"/>
                      <a:pt x="17" y="47"/>
                    </a:cubicBezTo>
                    <a:cubicBezTo>
                      <a:pt x="18" y="47"/>
                      <a:pt x="18" y="47"/>
                      <a:pt x="19" y="47"/>
                    </a:cubicBezTo>
                    <a:cubicBezTo>
                      <a:pt x="19" y="47"/>
                      <a:pt x="20" y="47"/>
                      <a:pt x="20" y="47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2" y="46"/>
                      <a:pt x="24" y="46"/>
                      <a:pt x="2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31" y="41"/>
                      <a:pt x="36" y="41"/>
                      <a:pt x="42" y="39"/>
                    </a:cubicBezTo>
                    <a:cubicBezTo>
                      <a:pt x="53" y="36"/>
                      <a:pt x="65" y="34"/>
                      <a:pt x="77" y="34"/>
                    </a:cubicBezTo>
                    <a:cubicBezTo>
                      <a:pt x="80" y="34"/>
                      <a:pt x="84" y="34"/>
                      <a:pt x="87" y="35"/>
                    </a:cubicBezTo>
                    <a:cubicBezTo>
                      <a:pt x="95" y="36"/>
                      <a:pt x="104" y="35"/>
                      <a:pt x="112" y="39"/>
                    </a:cubicBezTo>
                    <a:cubicBezTo>
                      <a:pt x="112" y="39"/>
                      <a:pt x="112" y="39"/>
                      <a:pt x="112" y="39"/>
                    </a:cubicBezTo>
                    <a:cubicBezTo>
                      <a:pt x="112" y="39"/>
                      <a:pt x="113" y="39"/>
                      <a:pt x="113" y="39"/>
                    </a:cubicBezTo>
                    <a:cubicBezTo>
                      <a:pt x="113" y="36"/>
                      <a:pt x="114" y="34"/>
                      <a:pt x="115" y="33"/>
                    </a:cubicBezTo>
                    <a:cubicBezTo>
                      <a:pt x="120" y="25"/>
                      <a:pt x="126" y="19"/>
                      <a:pt x="131" y="10"/>
                    </a:cubicBezTo>
                    <a:cubicBezTo>
                      <a:pt x="133" y="8"/>
                      <a:pt x="135" y="5"/>
                      <a:pt x="135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1" y="0"/>
                      <a:pt x="127" y="0"/>
                      <a:pt x="123" y="0"/>
                    </a:cubicBezTo>
                    <a:cubicBezTo>
                      <a:pt x="122" y="0"/>
                      <a:pt x="121" y="0"/>
                      <a:pt x="121" y="0"/>
                    </a:cubicBezTo>
                  </a:path>
                </a:pathLst>
              </a:custGeom>
              <a:solidFill>
                <a:srgbClr val="FDFEFF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8" name="Freeform 34">
                <a:extLst>
                  <a:ext uri="{FF2B5EF4-FFF2-40B4-BE49-F238E27FC236}">
                    <a16:creationId xmlns:a16="http://schemas.microsoft.com/office/drawing/2014/main" id="{60789CE9-6EE6-41E2-5EEF-DF73CB83A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40" y="474721"/>
                <a:ext cx="561039" cy="142102"/>
              </a:xfrm>
              <a:custGeom>
                <a:avLst/>
                <a:gdLst>
                  <a:gd name="T0" fmla="*/ 51 w 179"/>
                  <a:gd name="T1" fmla="*/ 0 h 63"/>
                  <a:gd name="T2" fmla="*/ 51 w 179"/>
                  <a:gd name="T3" fmla="*/ 4 h 63"/>
                  <a:gd name="T4" fmla="*/ 50 w 179"/>
                  <a:gd name="T5" fmla="*/ 4 h 63"/>
                  <a:gd name="T6" fmla="*/ 49 w 179"/>
                  <a:gd name="T7" fmla="*/ 4 h 63"/>
                  <a:gd name="T8" fmla="*/ 49 w 179"/>
                  <a:gd name="T9" fmla="*/ 4 h 63"/>
                  <a:gd name="T10" fmla="*/ 20 w 179"/>
                  <a:gd name="T11" fmla="*/ 11 h 63"/>
                  <a:gd name="T12" fmla="*/ 1 w 179"/>
                  <a:gd name="T13" fmla="*/ 20 h 63"/>
                  <a:gd name="T14" fmla="*/ 0 w 179"/>
                  <a:gd name="T15" fmla="*/ 20 h 63"/>
                  <a:gd name="T16" fmla="*/ 12 w 179"/>
                  <a:gd name="T17" fmla="*/ 28 h 63"/>
                  <a:gd name="T18" fmla="*/ 39 w 179"/>
                  <a:gd name="T19" fmla="*/ 46 h 63"/>
                  <a:gd name="T20" fmla="*/ 55 w 179"/>
                  <a:gd name="T21" fmla="*/ 54 h 63"/>
                  <a:gd name="T22" fmla="*/ 82 w 179"/>
                  <a:gd name="T23" fmla="*/ 63 h 63"/>
                  <a:gd name="T24" fmla="*/ 82 w 179"/>
                  <a:gd name="T25" fmla="*/ 63 h 63"/>
                  <a:gd name="T26" fmla="*/ 86 w 179"/>
                  <a:gd name="T27" fmla="*/ 63 h 63"/>
                  <a:gd name="T28" fmla="*/ 86 w 179"/>
                  <a:gd name="T29" fmla="*/ 63 h 63"/>
                  <a:gd name="T30" fmla="*/ 86 w 179"/>
                  <a:gd name="T31" fmla="*/ 63 h 63"/>
                  <a:gd name="T32" fmla="*/ 86 w 179"/>
                  <a:gd name="T33" fmla="*/ 58 h 63"/>
                  <a:gd name="T34" fmla="*/ 97 w 179"/>
                  <a:gd name="T35" fmla="*/ 56 h 63"/>
                  <a:gd name="T36" fmla="*/ 129 w 179"/>
                  <a:gd name="T37" fmla="*/ 44 h 63"/>
                  <a:gd name="T38" fmla="*/ 151 w 179"/>
                  <a:gd name="T39" fmla="*/ 33 h 63"/>
                  <a:gd name="T40" fmla="*/ 157 w 179"/>
                  <a:gd name="T41" fmla="*/ 24 h 63"/>
                  <a:gd name="T42" fmla="*/ 158 w 179"/>
                  <a:gd name="T43" fmla="*/ 23 h 63"/>
                  <a:gd name="T44" fmla="*/ 163 w 179"/>
                  <a:gd name="T45" fmla="*/ 21 h 63"/>
                  <a:gd name="T46" fmla="*/ 163 w 179"/>
                  <a:gd name="T47" fmla="*/ 21 h 63"/>
                  <a:gd name="T48" fmla="*/ 164 w 179"/>
                  <a:gd name="T49" fmla="*/ 21 h 63"/>
                  <a:gd name="T50" fmla="*/ 179 w 179"/>
                  <a:gd name="T51" fmla="*/ 17 h 63"/>
                  <a:gd name="T52" fmla="*/ 179 w 179"/>
                  <a:gd name="T53" fmla="*/ 15 h 63"/>
                  <a:gd name="T54" fmla="*/ 179 w 179"/>
                  <a:gd name="T55" fmla="*/ 15 h 63"/>
                  <a:gd name="T56" fmla="*/ 179 w 179"/>
                  <a:gd name="T57" fmla="*/ 15 h 63"/>
                  <a:gd name="T58" fmla="*/ 167 w 179"/>
                  <a:gd name="T59" fmla="*/ 9 h 63"/>
                  <a:gd name="T60" fmla="*/ 167 w 179"/>
                  <a:gd name="T61" fmla="*/ 9 h 63"/>
                  <a:gd name="T62" fmla="*/ 167 w 179"/>
                  <a:gd name="T63" fmla="*/ 9 h 63"/>
                  <a:gd name="T64" fmla="*/ 166 w 179"/>
                  <a:gd name="T65" fmla="*/ 9 h 63"/>
                  <a:gd name="T66" fmla="*/ 162 w 179"/>
                  <a:gd name="T67" fmla="*/ 13 h 63"/>
                  <a:gd name="T68" fmla="*/ 151 w 179"/>
                  <a:gd name="T69" fmla="*/ 24 h 63"/>
                  <a:gd name="T70" fmla="*/ 151 w 179"/>
                  <a:gd name="T71" fmla="*/ 24 h 63"/>
                  <a:gd name="T72" fmla="*/ 151 w 179"/>
                  <a:gd name="T73" fmla="*/ 24 h 63"/>
                  <a:gd name="T74" fmla="*/ 151 w 179"/>
                  <a:gd name="T75" fmla="*/ 24 h 63"/>
                  <a:gd name="T76" fmla="*/ 151 w 179"/>
                  <a:gd name="T77" fmla="*/ 24 h 63"/>
                  <a:gd name="T78" fmla="*/ 130 w 179"/>
                  <a:gd name="T79" fmla="*/ 26 h 63"/>
                  <a:gd name="T80" fmla="*/ 123 w 179"/>
                  <a:gd name="T81" fmla="*/ 26 h 63"/>
                  <a:gd name="T82" fmla="*/ 81 w 179"/>
                  <a:gd name="T83" fmla="*/ 16 h 63"/>
                  <a:gd name="T84" fmla="*/ 62 w 179"/>
                  <a:gd name="T85" fmla="*/ 6 h 63"/>
                  <a:gd name="T86" fmla="*/ 62 w 179"/>
                  <a:gd name="T87" fmla="*/ 6 h 63"/>
                  <a:gd name="T88" fmla="*/ 51 w 179"/>
                  <a:gd name="T8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79" h="63">
                    <a:moveTo>
                      <a:pt x="51" y="0"/>
                    </a:moveTo>
                    <a:cubicBezTo>
                      <a:pt x="53" y="4"/>
                      <a:pt x="52" y="4"/>
                      <a:pt x="51" y="4"/>
                    </a:cubicBezTo>
                    <a:cubicBezTo>
                      <a:pt x="51" y="4"/>
                      <a:pt x="51" y="4"/>
                      <a:pt x="50" y="4"/>
                    </a:cubicBezTo>
                    <a:cubicBezTo>
                      <a:pt x="50" y="4"/>
                      <a:pt x="50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39" y="5"/>
                      <a:pt x="30" y="8"/>
                      <a:pt x="20" y="11"/>
                    </a:cubicBezTo>
                    <a:cubicBezTo>
                      <a:pt x="13" y="13"/>
                      <a:pt x="7" y="18"/>
                      <a:pt x="1" y="20"/>
                    </a:cubicBezTo>
                    <a:cubicBezTo>
                      <a:pt x="1" y="20"/>
                      <a:pt x="0" y="20"/>
                      <a:pt x="0" y="20"/>
                    </a:cubicBezTo>
                    <a:cubicBezTo>
                      <a:pt x="4" y="23"/>
                      <a:pt x="8" y="25"/>
                      <a:pt x="12" y="28"/>
                    </a:cubicBezTo>
                    <a:cubicBezTo>
                      <a:pt x="21" y="36"/>
                      <a:pt x="30" y="40"/>
                      <a:pt x="39" y="46"/>
                    </a:cubicBezTo>
                    <a:cubicBezTo>
                      <a:pt x="44" y="50"/>
                      <a:pt x="50" y="52"/>
                      <a:pt x="55" y="54"/>
                    </a:cubicBezTo>
                    <a:cubicBezTo>
                      <a:pt x="64" y="58"/>
                      <a:pt x="73" y="62"/>
                      <a:pt x="82" y="63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6" y="63"/>
                      <a:pt x="86" y="63"/>
                      <a:pt x="86" y="63"/>
                    </a:cubicBezTo>
                    <a:cubicBezTo>
                      <a:pt x="86" y="63"/>
                      <a:pt x="86" y="63"/>
                      <a:pt x="86" y="63"/>
                    </a:cubicBezTo>
                    <a:cubicBezTo>
                      <a:pt x="86" y="63"/>
                      <a:pt x="86" y="63"/>
                      <a:pt x="86" y="63"/>
                    </a:cubicBezTo>
                    <a:cubicBezTo>
                      <a:pt x="86" y="61"/>
                      <a:pt x="83" y="59"/>
                      <a:pt x="86" y="58"/>
                    </a:cubicBezTo>
                    <a:cubicBezTo>
                      <a:pt x="90" y="56"/>
                      <a:pt x="93" y="56"/>
                      <a:pt x="97" y="56"/>
                    </a:cubicBezTo>
                    <a:cubicBezTo>
                      <a:pt x="108" y="53"/>
                      <a:pt x="119" y="48"/>
                      <a:pt x="129" y="44"/>
                    </a:cubicBezTo>
                    <a:cubicBezTo>
                      <a:pt x="137" y="41"/>
                      <a:pt x="144" y="37"/>
                      <a:pt x="151" y="33"/>
                    </a:cubicBezTo>
                    <a:cubicBezTo>
                      <a:pt x="153" y="32"/>
                      <a:pt x="158" y="34"/>
                      <a:pt x="157" y="24"/>
                    </a:cubicBezTo>
                    <a:cubicBezTo>
                      <a:pt x="156" y="24"/>
                      <a:pt x="157" y="23"/>
                      <a:pt x="158" y="23"/>
                    </a:cubicBezTo>
                    <a:cubicBezTo>
                      <a:pt x="159" y="22"/>
                      <a:pt x="161" y="22"/>
                      <a:pt x="163" y="21"/>
                    </a:cubicBezTo>
                    <a:cubicBezTo>
                      <a:pt x="163" y="21"/>
                      <a:pt x="163" y="21"/>
                      <a:pt x="163" y="21"/>
                    </a:cubicBezTo>
                    <a:cubicBezTo>
                      <a:pt x="163" y="21"/>
                      <a:pt x="163" y="21"/>
                      <a:pt x="164" y="21"/>
                    </a:cubicBezTo>
                    <a:cubicBezTo>
                      <a:pt x="169" y="21"/>
                      <a:pt x="174" y="18"/>
                      <a:pt x="179" y="17"/>
                    </a:cubicBezTo>
                    <a:cubicBezTo>
                      <a:pt x="179" y="16"/>
                      <a:pt x="179" y="16"/>
                      <a:pt x="179" y="15"/>
                    </a:cubicBezTo>
                    <a:cubicBezTo>
                      <a:pt x="179" y="15"/>
                      <a:pt x="179" y="15"/>
                      <a:pt x="179" y="15"/>
                    </a:cubicBezTo>
                    <a:cubicBezTo>
                      <a:pt x="179" y="15"/>
                      <a:pt x="179" y="15"/>
                      <a:pt x="179" y="15"/>
                    </a:cubicBezTo>
                    <a:cubicBezTo>
                      <a:pt x="175" y="13"/>
                      <a:pt x="171" y="11"/>
                      <a:pt x="167" y="9"/>
                    </a:cubicBezTo>
                    <a:cubicBezTo>
                      <a:pt x="167" y="9"/>
                      <a:pt x="167" y="9"/>
                      <a:pt x="167" y="9"/>
                    </a:cubicBezTo>
                    <a:cubicBezTo>
                      <a:pt x="167" y="9"/>
                      <a:pt x="167" y="9"/>
                      <a:pt x="167" y="9"/>
                    </a:cubicBezTo>
                    <a:cubicBezTo>
                      <a:pt x="167" y="9"/>
                      <a:pt x="167" y="9"/>
                      <a:pt x="166" y="9"/>
                    </a:cubicBezTo>
                    <a:cubicBezTo>
                      <a:pt x="165" y="9"/>
                      <a:pt x="163" y="10"/>
                      <a:pt x="162" y="13"/>
                    </a:cubicBezTo>
                    <a:cubicBezTo>
                      <a:pt x="160" y="22"/>
                      <a:pt x="155" y="21"/>
                      <a:pt x="151" y="24"/>
                    </a:cubicBezTo>
                    <a:cubicBezTo>
                      <a:pt x="151" y="24"/>
                      <a:pt x="151" y="24"/>
                      <a:pt x="151" y="24"/>
                    </a:cubicBezTo>
                    <a:cubicBezTo>
                      <a:pt x="151" y="24"/>
                      <a:pt x="151" y="24"/>
                      <a:pt x="151" y="24"/>
                    </a:cubicBezTo>
                    <a:cubicBezTo>
                      <a:pt x="151" y="24"/>
                      <a:pt x="151" y="24"/>
                      <a:pt x="151" y="24"/>
                    </a:cubicBezTo>
                    <a:cubicBezTo>
                      <a:pt x="151" y="24"/>
                      <a:pt x="151" y="24"/>
                      <a:pt x="151" y="24"/>
                    </a:cubicBezTo>
                    <a:cubicBezTo>
                      <a:pt x="144" y="25"/>
                      <a:pt x="137" y="26"/>
                      <a:pt x="130" y="26"/>
                    </a:cubicBezTo>
                    <a:cubicBezTo>
                      <a:pt x="128" y="26"/>
                      <a:pt x="125" y="26"/>
                      <a:pt x="123" y="26"/>
                    </a:cubicBezTo>
                    <a:cubicBezTo>
                      <a:pt x="109" y="25"/>
                      <a:pt x="95" y="22"/>
                      <a:pt x="81" y="16"/>
                    </a:cubicBezTo>
                    <a:cubicBezTo>
                      <a:pt x="75" y="13"/>
                      <a:pt x="68" y="10"/>
                      <a:pt x="62" y="6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58" y="5"/>
                      <a:pt x="55" y="0"/>
                      <a:pt x="51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39" name="Freeform 32">
                <a:extLst>
                  <a:ext uri="{FF2B5EF4-FFF2-40B4-BE49-F238E27FC236}">
                    <a16:creationId xmlns:a16="http://schemas.microsoft.com/office/drawing/2014/main" id="{21B21BA4-1096-E2CA-4F5A-A738EBE33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154" y="393679"/>
                <a:ext cx="274286" cy="126559"/>
              </a:xfrm>
              <a:custGeom>
                <a:avLst/>
                <a:gdLst>
                  <a:gd name="T0" fmla="*/ 78 w 87"/>
                  <a:gd name="T1" fmla="*/ 0 h 56"/>
                  <a:gd name="T2" fmla="*/ 78 w 87"/>
                  <a:gd name="T3" fmla="*/ 0 h 56"/>
                  <a:gd name="T4" fmla="*/ 71 w 87"/>
                  <a:gd name="T5" fmla="*/ 2 h 56"/>
                  <a:gd name="T6" fmla="*/ 25 w 87"/>
                  <a:gd name="T7" fmla="*/ 27 h 56"/>
                  <a:gd name="T8" fmla="*/ 2 w 87"/>
                  <a:gd name="T9" fmla="*/ 42 h 56"/>
                  <a:gd name="T10" fmla="*/ 2 w 87"/>
                  <a:gd name="T11" fmla="*/ 42 h 56"/>
                  <a:gd name="T12" fmla="*/ 4 w 87"/>
                  <a:gd name="T13" fmla="*/ 46 h 56"/>
                  <a:gd name="T14" fmla="*/ 2 w 87"/>
                  <a:gd name="T15" fmla="*/ 53 h 56"/>
                  <a:gd name="T16" fmla="*/ 2 w 87"/>
                  <a:gd name="T17" fmla="*/ 53 h 56"/>
                  <a:gd name="T18" fmla="*/ 1 w 87"/>
                  <a:gd name="T19" fmla="*/ 53 h 56"/>
                  <a:gd name="T20" fmla="*/ 0 w 87"/>
                  <a:gd name="T21" fmla="*/ 56 h 56"/>
                  <a:gd name="T22" fmla="*/ 0 w 87"/>
                  <a:gd name="T23" fmla="*/ 56 h 56"/>
                  <a:gd name="T24" fmla="*/ 0 w 87"/>
                  <a:gd name="T25" fmla="*/ 56 h 56"/>
                  <a:gd name="T26" fmla="*/ 0 w 87"/>
                  <a:gd name="T27" fmla="*/ 56 h 56"/>
                  <a:gd name="T28" fmla="*/ 3 w 87"/>
                  <a:gd name="T29" fmla="*/ 54 h 56"/>
                  <a:gd name="T30" fmla="*/ 3 w 87"/>
                  <a:gd name="T31" fmla="*/ 54 h 56"/>
                  <a:gd name="T32" fmla="*/ 5 w 87"/>
                  <a:gd name="T33" fmla="*/ 54 h 56"/>
                  <a:gd name="T34" fmla="*/ 74 w 87"/>
                  <a:gd name="T35" fmla="*/ 23 h 56"/>
                  <a:gd name="T36" fmla="*/ 74 w 87"/>
                  <a:gd name="T37" fmla="*/ 23 h 56"/>
                  <a:gd name="T38" fmla="*/ 75 w 87"/>
                  <a:gd name="T39" fmla="*/ 22 h 56"/>
                  <a:gd name="T40" fmla="*/ 77 w 87"/>
                  <a:gd name="T41" fmla="*/ 19 h 56"/>
                  <a:gd name="T42" fmla="*/ 78 w 87"/>
                  <a:gd name="T43" fmla="*/ 19 h 56"/>
                  <a:gd name="T44" fmla="*/ 79 w 87"/>
                  <a:gd name="T45" fmla="*/ 19 h 56"/>
                  <a:gd name="T46" fmla="*/ 82 w 87"/>
                  <a:gd name="T47" fmla="*/ 18 h 56"/>
                  <a:gd name="T48" fmla="*/ 86 w 87"/>
                  <a:gd name="T49" fmla="*/ 16 h 56"/>
                  <a:gd name="T50" fmla="*/ 87 w 87"/>
                  <a:gd name="T51" fmla="*/ 17 h 56"/>
                  <a:gd name="T52" fmla="*/ 84 w 87"/>
                  <a:gd name="T53" fmla="*/ 10 h 56"/>
                  <a:gd name="T54" fmla="*/ 78 w 87"/>
                  <a:gd name="T55" fmla="*/ 0 h 56"/>
                  <a:gd name="T56" fmla="*/ 78 w 87"/>
                  <a:gd name="T5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7" h="56">
                    <a:moveTo>
                      <a:pt x="78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6" y="1"/>
                      <a:pt x="73" y="1"/>
                      <a:pt x="71" y="2"/>
                    </a:cubicBezTo>
                    <a:cubicBezTo>
                      <a:pt x="55" y="10"/>
                      <a:pt x="40" y="18"/>
                      <a:pt x="25" y="27"/>
                    </a:cubicBezTo>
                    <a:cubicBezTo>
                      <a:pt x="17" y="32"/>
                      <a:pt x="9" y="36"/>
                      <a:pt x="2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3" y="42"/>
                      <a:pt x="5" y="42"/>
                      <a:pt x="4" y="46"/>
                    </a:cubicBezTo>
                    <a:cubicBezTo>
                      <a:pt x="4" y="49"/>
                      <a:pt x="4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1" y="53"/>
                      <a:pt x="1" y="53"/>
                    </a:cubicBezTo>
                    <a:cubicBezTo>
                      <a:pt x="0" y="53"/>
                      <a:pt x="0" y="53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" y="56"/>
                      <a:pt x="2" y="55"/>
                      <a:pt x="3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3" y="54"/>
                      <a:pt x="4" y="54"/>
                      <a:pt x="5" y="54"/>
                    </a:cubicBezTo>
                    <a:cubicBezTo>
                      <a:pt x="28" y="41"/>
                      <a:pt x="51" y="31"/>
                      <a:pt x="74" y="23"/>
                    </a:cubicBezTo>
                    <a:cubicBezTo>
                      <a:pt x="74" y="23"/>
                      <a:pt x="74" y="23"/>
                      <a:pt x="74" y="23"/>
                    </a:cubicBezTo>
                    <a:cubicBezTo>
                      <a:pt x="75" y="23"/>
                      <a:pt x="75" y="22"/>
                      <a:pt x="75" y="22"/>
                    </a:cubicBezTo>
                    <a:cubicBezTo>
                      <a:pt x="75" y="20"/>
                      <a:pt x="76" y="19"/>
                      <a:pt x="77" y="19"/>
                    </a:cubicBezTo>
                    <a:cubicBezTo>
                      <a:pt x="77" y="19"/>
                      <a:pt x="77" y="19"/>
                      <a:pt x="78" y="19"/>
                    </a:cubicBezTo>
                    <a:cubicBezTo>
                      <a:pt x="78" y="19"/>
                      <a:pt x="79" y="19"/>
                      <a:pt x="79" y="19"/>
                    </a:cubicBezTo>
                    <a:cubicBezTo>
                      <a:pt x="80" y="19"/>
                      <a:pt x="81" y="19"/>
                      <a:pt x="82" y="18"/>
                    </a:cubicBezTo>
                    <a:cubicBezTo>
                      <a:pt x="83" y="17"/>
                      <a:pt x="84" y="16"/>
                      <a:pt x="86" y="16"/>
                    </a:cubicBezTo>
                    <a:cubicBezTo>
                      <a:pt x="86" y="16"/>
                      <a:pt x="87" y="16"/>
                      <a:pt x="87" y="17"/>
                    </a:cubicBezTo>
                    <a:cubicBezTo>
                      <a:pt x="86" y="13"/>
                      <a:pt x="84" y="12"/>
                      <a:pt x="84" y="10"/>
                    </a:cubicBezTo>
                    <a:cubicBezTo>
                      <a:pt x="85" y="0"/>
                      <a:pt x="81" y="1"/>
                      <a:pt x="78" y="0"/>
                    </a:cubicBezTo>
                    <a:cubicBezTo>
                      <a:pt x="78" y="0"/>
                      <a:pt x="78" y="0"/>
                      <a:pt x="78" y="0"/>
                    </a:cubicBezTo>
                  </a:path>
                </a:pathLst>
              </a:custGeom>
              <a:solidFill>
                <a:srgbClr val="C1E8FB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0" name="Freeform 33">
                <a:extLst>
                  <a:ext uri="{FF2B5EF4-FFF2-40B4-BE49-F238E27FC236}">
                    <a16:creationId xmlns:a16="http://schemas.microsoft.com/office/drawing/2014/main" id="{EA1916CD-D332-E9FF-0C4A-46B2CC3F7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830" y="428094"/>
                <a:ext cx="188571" cy="107686"/>
              </a:xfrm>
              <a:custGeom>
                <a:avLst/>
                <a:gdLst>
                  <a:gd name="T0" fmla="*/ 22 w 60"/>
                  <a:gd name="T1" fmla="*/ 0 h 48"/>
                  <a:gd name="T2" fmla="*/ 18 w 60"/>
                  <a:gd name="T3" fmla="*/ 10 h 48"/>
                  <a:gd name="T4" fmla="*/ 2 w 60"/>
                  <a:gd name="T5" fmla="*/ 33 h 48"/>
                  <a:gd name="T6" fmla="*/ 0 w 60"/>
                  <a:gd name="T7" fmla="*/ 39 h 48"/>
                  <a:gd name="T8" fmla="*/ 0 w 60"/>
                  <a:gd name="T9" fmla="*/ 39 h 48"/>
                  <a:gd name="T10" fmla="*/ 3 w 60"/>
                  <a:gd name="T11" fmla="*/ 39 h 48"/>
                  <a:gd name="T12" fmla="*/ 3 w 60"/>
                  <a:gd name="T13" fmla="*/ 39 h 48"/>
                  <a:gd name="T14" fmla="*/ 6 w 60"/>
                  <a:gd name="T15" fmla="*/ 39 h 48"/>
                  <a:gd name="T16" fmla="*/ 7 w 60"/>
                  <a:gd name="T17" fmla="*/ 39 h 48"/>
                  <a:gd name="T18" fmla="*/ 7 w 60"/>
                  <a:gd name="T19" fmla="*/ 39 h 48"/>
                  <a:gd name="T20" fmla="*/ 12 w 60"/>
                  <a:gd name="T21" fmla="*/ 38 h 48"/>
                  <a:gd name="T22" fmla="*/ 41 w 60"/>
                  <a:gd name="T23" fmla="*/ 19 h 48"/>
                  <a:gd name="T24" fmla="*/ 45 w 60"/>
                  <a:gd name="T25" fmla="*/ 17 h 48"/>
                  <a:gd name="T26" fmla="*/ 47 w 60"/>
                  <a:gd name="T27" fmla="*/ 18 h 48"/>
                  <a:gd name="T28" fmla="*/ 45 w 60"/>
                  <a:gd name="T29" fmla="*/ 23 h 48"/>
                  <a:gd name="T30" fmla="*/ 30 w 60"/>
                  <a:gd name="T31" fmla="*/ 39 h 48"/>
                  <a:gd name="T32" fmla="*/ 27 w 60"/>
                  <a:gd name="T33" fmla="*/ 44 h 48"/>
                  <a:gd name="T34" fmla="*/ 30 w 60"/>
                  <a:gd name="T35" fmla="*/ 48 h 48"/>
                  <a:gd name="T36" fmla="*/ 31 w 60"/>
                  <a:gd name="T37" fmla="*/ 46 h 48"/>
                  <a:gd name="T38" fmla="*/ 35 w 60"/>
                  <a:gd name="T39" fmla="*/ 40 h 48"/>
                  <a:gd name="T40" fmla="*/ 41 w 60"/>
                  <a:gd name="T41" fmla="*/ 34 h 48"/>
                  <a:gd name="T42" fmla="*/ 55 w 60"/>
                  <a:gd name="T43" fmla="*/ 18 h 48"/>
                  <a:gd name="T44" fmla="*/ 59 w 60"/>
                  <a:gd name="T45" fmla="*/ 11 h 48"/>
                  <a:gd name="T46" fmla="*/ 60 w 60"/>
                  <a:gd name="T47" fmla="*/ 10 h 48"/>
                  <a:gd name="T48" fmla="*/ 57 w 60"/>
                  <a:gd name="T49" fmla="*/ 8 h 48"/>
                  <a:gd name="T50" fmla="*/ 56 w 60"/>
                  <a:gd name="T51" fmla="*/ 8 h 48"/>
                  <a:gd name="T52" fmla="*/ 56 w 60"/>
                  <a:gd name="T53" fmla="*/ 8 h 48"/>
                  <a:gd name="T54" fmla="*/ 55 w 60"/>
                  <a:gd name="T55" fmla="*/ 7 h 48"/>
                  <a:gd name="T56" fmla="*/ 22 w 60"/>
                  <a:gd name="T57" fmla="*/ 0 h 48"/>
                  <a:gd name="T58" fmla="*/ 22 w 60"/>
                  <a:gd name="T5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0" h="48">
                    <a:moveTo>
                      <a:pt x="22" y="0"/>
                    </a:moveTo>
                    <a:cubicBezTo>
                      <a:pt x="22" y="5"/>
                      <a:pt x="20" y="8"/>
                      <a:pt x="18" y="10"/>
                    </a:cubicBezTo>
                    <a:cubicBezTo>
                      <a:pt x="13" y="19"/>
                      <a:pt x="7" y="25"/>
                      <a:pt x="2" y="33"/>
                    </a:cubicBezTo>
                    <a:cubicBezTo>
                      <a:pt x="1" y="34"/>
                      <a:pt x="0" y="36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" y="39"/>
                      <a:pt x="2" y="39"/>
                      <a:pt x="3" y="39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9"/>
                      <a:pt x="5" y="39"/>
                      <a:pt x="6" y="39"/>
                    </a:cubicBezTo>
                    <a:cubicBezTo>
                      <a:pt x="6" y="39"/>
                      <a:pt x="6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9" y="39"/>
                      <a:pt x="10" y="39"/>
                      <a:pt x="12" y="38"/>
                    </a:cubicBezTo>
                    <a:cubicBezTo>
                      <a:pt x="22" y="33"/>
                      <a:pt x="32" y="27"/>
                      <a:pt x="41" y="19"/>
                    </a:cubicBezTo>
                    <a:cubicBezTo>
                      <a:pt x="42" y="18"/>
                      <a:pt x="44" y="17"/>
                      <a:pt x="45" y="17"/>
                    </a:cubicBezTo>
                    <a:cubicBezTo>
                      <a:pt x="46" y="17"/>
                      <a:pt x="46" y="18"/>
                      <a:pt x="47" y="18"/>
                    </a:cubicBezTo>
                    <a:cubicBezTo>
                      <a:pt x="46" y="20"/>
                      <a:pt x="46" y="22"/>
                      <a:pt x="45" y="23"/>
                    </a:cubicBezTo>
                    <a:cubicBezTo>
                      <a:pt x="40" y="28"/>
                      <a:pt x="35" y="35"/>
                      <a:pt x="30" y="39"/>
                    </a:cubicBezTo>
                    <a:cubicBezTo>
                      <a:pt x="29" y="40"/>
                      <a:pt x="27" y="42"/>
                      <a:pt x="27" y="44"/>
                    </a:cubicBezTo>
                    <a:cubicBezTo>
                      <a:pt x="27" y="47"/>
                      <a:pt x="29" y="48"/>
                      <a:pt x="30" y="48"/>
                    </a:cubicBezTo>
                    <a:cubicBezTo>
                      <a:pt x="30" y="47"/>
                      <a:pt x="31" y="47"/>
                      <a:pt x="31" y="46"/>
                    </a:cubicBezTo>
                    <a:cubicBezTo>
                      <a:pt x="31" y="42"/>
                      <a:pt x="33" y="41"/>
                      <a:pt x="35" y="40"/>
                    </a:cubicBezTo>
                    <a:cubicBezTo>
                      <a:pt x="37" y="38"/>
                      <a:pt x="39" y="36"/>
                      <a:pt x="41" y="34"/>
                    </a:cubicBezTo>
                    <a:cubicBezTo>
                      <a:pt x="46" y="30"/>
                      <a:pt x="50" y="21"/>
                      <a:pt x="55" y="18"/>
                    </a:cubicBezTo>
                    <a:cubicBezTo>
                      <a:pt x="57" y="17"/>
                      <a:pt x="58" y="14"/>
                      <a:pt x="59" y="11"/>
                    </a:cubicBezTo>
                    <a:cubicBezTo>
                      <a:pt x="59" y="11"/>
                      <a:pt x="60" y="10"/>
                      <a:pt x="60" y="10"/>
                    </a:cubicBezTo>
                    <a:cubicBezTo>
                      <a:pt x="59" y="8"/>
                      <a:pt x="58" y="8"/>
                      <a:pt x="57" y="8"/>
                    </a:cubicBezTo>
                    <a:cubicBezTo>
                      <a:pt x="57" y="8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5" y="8"/>
                      <a:pt x="55" y="8"/>
                      <a:pt x="55" y="7"/>
                    </a:cubicBezTo>
                    <a:cubicBezTo>
                      <a:pt x="44" y="3"/>
                      <a:pt x="33" y="2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solidFill>
                <a:srgbClr val="F9FBFC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1" name="Freeform 35">
                <a:extLst>
                  <a:ext uri="{FF2B5EF4-FFF2-40B4-BE49-F238E27FC236}">
                    <a16:creationId xmlns:a16="http://schemas.microsoft.com/office/drawing/2014/main" id="{84DE0753-0A58-550C-FED4-620F5F877F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0023" y="335950"/>
                <a:ext cx="609351" cy="179847"/>
              </a:xfrm>
              <a:custGeom>
                <a:avLst/>
                <a:gdLst>
                  <a:gd name="T0" fmla="*/ 106 w 194"/>
                  <a:gd name="T1" fmla="*/ 32 h 80"/>
                  <a:gd name="T2" fmla="*/ 106 w 194"/>
                  <a:gd name="T3" fmla="*/ 32 h 80"/>
                  <a:gd name="T4" fmla="*/ 106 w 194"/>
                  <a:gd name="T5" fmla="*/ 32 h 80"/>
                  <a:gd name="T6" fmla="*/ 61 w 194"/>
                  <a:gd name="T7" fmla="*/ 0 h 80"/>
                  <a:gd name="T8" fmla="*/ 57 w 194"/>
                  <a:gd name="T9" fmla="*/ 2 h 80"/>
                  <a:gd name="T10" fmla="*/ 61 w 194"/>
                  <a:gd name="T11" fmla="*/ 10 h 80"/>
                  <a:gd name="T12" fmla="*/ 56 w 194"/>
                  <a:gd name="T13" fmla="*/ 10 h 80"/>
                  <a:gd name="T14" fmla="*/ 53 w 194"/>
                  <a:gd name="T15" fmla="*/ 10 h 80"/>
                  <a:gd name="T16" fmla="*/ 40 w 194"/>
                  <a:gd name="T17" fmla="*/ 8 h 80"/>
                  <a:gd name="T18" fmla="*/ 27 w 194"/>
                  <a:gd name="T19" fmla="*/ 9 h 80"/>
                  <a:gd name="T20" fmla="*/ 3 w 194"/>
                  <a:gd name="T21" fmla="*/ 15 h 80"/>
                  <a:gd name="T22" fmla="*/ 1 w 194"/>
                  <a:gd name="T23" fmla="*/ 21 h 80"/>
                  <a:gd name="T24" fmla="*/ 1 w 194"/>
                  <a:gd name="T25" fmla="*/ 21 h 80"/>
                  <a:gd name="T26" fmla="*/ 10 w 194"/>
                  <a:gd name="T27" fmla="*/ 30 h 80"/>
                  <a:gd name="T28" fmla="*/ 10 w 194"/>
                  <a:gd name="T29" fmla="*/ 30 h 80"/>
                  <a:gd name="T30" fmla="*/ 13 w 194"/>
                  <a:gd name="T31" fmla="*/ 24 h 80"/>
                  <a:gd name="T32" fmla="*/ 13 w 194"/>
                  <a:gd name="T33" fmla="*/ 24 h 80"/>
                  <a:gd name="T34" fmla="*/ 16 w 194"/>
                  <a:gd name="T35" fmla="*/ 24 h 80"/>
                  <a:gd name="T36" fmla="*/ 31 w 194"/>
                  <a:gd name="T37" fmla="*/ 23 h 80"/>
                  <a:gd name="T38" fmla="*/ 47 w 194"/>
                  <a:gd name="T39" fmla="*/ 21 h 80"/>
                  <a:gd name="T40" fmla="*/ 53 w 194"/>
                  <a:gd name="T41" fmla="*/ 21 h 80"/>
                  <a:gd name="T42" fmla="*/ 69 w 194"/>
                  <a:gd name="T43" fmla="*/ 26 h 80"/>
                  <a:gd name="T44" fmla="*/ 81 w 194"/>
                  <a:gd name="T45" fmla="*/ 42 h 80"/>
                  <a:gd name="T46" fmla="*/ 82 w 194"/>
                  <a:gd name="T47" fmla="*/ 48 h 80"/>
                  <a:gd name="T48" fmla="*/ 85 w 194"/>
                  <a:gd name="T49" fmla="*/ 66 h 80"/>
                  <a:gd name="T50" fmla="*/ 107 w 194"/>
                  <a:gd name="T51" fmla="*/ 72 h 80"/>
                  <a:gd name="T52" fmla="*/ 136 w 194"/>
                  <a:gd name="T53" fmla="*/ 80 h 80"/>
                  <a:gd name="T54" fmla="*/ 136 w 194"/>
                  <a:gd name="T55" fmla="*/ 80 h 80"/>
                  <a:gd name="T56" fmla="*/ 136 w 194"/>
                  <a:gd name="T57" fmla="*/ 80 h 80"/>
                  <a:gd name="T58" fmla="*/ 127 w 194"/>
                  <a:gd name="T59" fmla="*/ 73 h 80"/>
                  <a:gd name="T60" fmla="*/ 125 w 194"/>
                  <a:gd name="T61" fmla="*/ 73 h 80"/>
                  <a:gd name="T62" fmla="*/ 122 w 194"/>
                  <a:gd name="T63" fmla="*/ 48 h 80"/>
                  <a:gd name="T64" fmla="*/ 133 w 194"/>
                  <a:gd name="T65" fmla="*/ 52 h 80"/>
                  <a:gd name="T66" fmla="*/ 133 w 194"/>
                  <a:gd name="T67" fmla="*/ 52 h 80"/>
                  <a:gd name="T68" fmla="*/ 131 w 194"/>
                  <a:gd name="T69" fmla="*/ 49 h 80"/>
                  <a:gd name="T70" fmla="*/ 106 w 194"/>
                  <a:gd name="T71" fmla="*/ 32 h 80"/>
                  <a:gd name="T72" fmla="*/ 106 w 194"/>
                  <a:gd name="T73" fmla="*/ 32 h 80"/>
                  <a:gd name="T74" fmla="*/ 80 w 194"/>
                  <a:gd name="T75" fmla="*/ 15 h 80"/>
                  <a:gd name="T76" fmla="*/ 78 w 194"/>
                  <a:gd name="T77" fmla="*/ 13 h 80"/>
                  <a:gd name="T78" fmla="*/ 79 w 194"/>
                  <a:gd name="T79" fmla="*/ 10 h 80"/>
                  <a:gd name="T80" fmla="*/ 80 w 194"/>
                  <a:gd name="T81" fmla="*/ 10 h 80"/>
                  <a:gd name="T82" fmla="*/ 92 w 194"/>
                  <a:gd name="T83" fmla="*/ 14 h 80"/>
                  <a:gd name="T84" fmla="*/ 124 w 194"/>
                  <a:gd name="T85" fmla="*/ 27 h 80"/>
                  <a:gd name="T86" fmla="*/ 180 w 194"/>
                  <a:gd name="T87" fmla="*/ 55 h 80"/>
                  <a:gd name="T88" fmla="*/ 183 w 194"/>
                  <a:gd name="T89" fmla="*/ 59 h 80"/>
                  <a:gd name="T90" fmla="*/ 186 w 194"/>
                  <a:gd name="T91" fmla="*/ 74 h 80"/>
                  <a:gd name="T92" fmla="*/ 186 w 194"/>
                  <a:gd name="T93" fmla="*/ 74 h 80"/>
                  <a:gd name="T94" fmla="*/ 187 w 194"/>
                  <a:gd name="T95" fmla="*/ 74 h 80"/>
                  <a:gd name="T96" fmla="*/ 188 w 194"/>
                  <a:gd name="T97" fmla="*/ 74 h 80"/>
                  <a:gd name="T98" fmla="*/ 191 w 194"/>
                  <a:gd name="T99" fmla="*/ 72 h 80"/>
                  <a:gd name="T100" fmla="*/ 191 w 194"/>
                  <a:gd name="T101" fmla="*/ 72 h 80"/>
                  <a:gd name="T102" fmla="*/ 187 w 194"/>
                  <a:gd name="T103" fmla="*/ 57 h 80"/>
                  <a:gd name="T104" fmla="*/ 173 w 194"/>
                  <a:gd name="T105" fmla="*/ 48 h 80"/>
                  <a:gd name="T106" fmla="*/ 122 w 194"/>
                  <a:gd name="T107" fmla="*/ 21 h 80"/>
                  <a:gd name="T108" fmla="*/ 102 w 194"/>
                  <a:gd name="T109" fmla="*/ 12 h 80"/>
                  <a:gd name="T110" fmla="*/ 69 w 194"/>
                  <a:gd name="T111" fmla="*/ 2 h 80"/>
                  <a:gd name="T112" fmla="*/ 61 w 194"/>
                  <a:gd name="T1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4" h="80">
                    <a:moveTo>
                      <a:pt x="106" y="32"/>
                    </a:moveTo>
                    <a:cubicBezTo>
                      <a:pt x="106" y="32"/>
                      <a:pt x="106" y="32"/>
                      <a:pt x="106" y="32"/>
                    </a:cubicBezTo>
                    <a:cubicBezTo>
                      <a:pt x="106" y="32"/>
                      <a:pt x="106" y="32"/>
                      <a:pt x="106" y="32"/>
                    </a:cubicBezTo>
                    <a:moveTo>
                      <a:pt x="61" y="0"/>
                    </a:moveTo>
                    <a:cubicBezTo>
                      <a:pt x="60" y="0"/>
                      <a:pt x="58" y="0"/>
                      <a:pt x="57" y="2"/>
                    </a:cubicBezTo>
                    <a:cubicBezTo>
                      <a:pt x="58" y="6"/>
                      <a:pt x="60" y="5"/>
                      <a:pt x="61" y="10"/>
                    </a:cubicBezTo>
                    <a:cubicBezTo>
                      <a:pt x="59" y="10"/>
                      <a:pt x="58" y="10"/>
                      <a:pt x="56" y="10"/>
                    </a:cubicBezTo>
                    <a:cubicBezTo>
                      <a:pt x="55" y="10"/>
                      <a:pt x="54" y="10"/>
                      <a:pt x="53" y="10"/>
                    </a:cubicBezTo>
                    <a:cubicBezTo>
                      <a:pt x="49" y="9"/>
                      <a:pt x="44" y="8"/>
                      <a:pt x="40" y="8"/>
                    </a:cubicBezTo>
                    <a:cubicBezTo>
                      <a:pt x="36" y="8"/>
                      <a:pt x="31" y="9"/>
                      <a:pt x="27" y="9"/>
                    </a:cubicBezTo>
                    <a:cubicBezTo>
                      <a:pt x="19" y="10"/>
                      <a:pt x="11" y="13"/>
                      <a:pt x="3" y="15"/>
                    </a:cubicBezTo>
                    <a:cubicBezTo>
                      <a:pt x="0" y="15"/>
                      <a:pt x="0" y="17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4" y="25"/>
                      <a:pt x="7" y="28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26"/>
                      <a:pt x="11" y="24"/>
                      <a:pt x="13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4" y="24"/>
                      <a:pt x="15" y="24"/>
                      <a:pt x="16" y="24"/>
                    </a:cubicBezTo>
                    <a:cubicBezTo>
                      <a:pt x="21" y="24"/>
                      <a:pt x="26" y="23"/>
                      <a:pt x="31" y="23"/>
                    </a:cubicBezTo>
                    <a:cubicBezTo>
                      <a:pt x="37" y="22"/>
                      <a:pt x="42" y="21"/>
                      <a:pt x="47" y="21"/>
                    </a:cubicBezTo>
                    <a:cubicBezTo>
                      <a:pt x="49" y="21"/>
                      <a:pt x="51" y="21"/>
                      <a:pt x="53" y="21"/>
                    </a:cubicBezTo>
                    <a:cubicBezTo>
                      <a:pt x="59" y="22"/>
                      <a:pt x="64" y="22"/>
                      <a:pt x="69" y="26"/>
                    </a:cubicBezTo>
                    <a:cubicBezTo>
                      <a:pt x="74" y="30"/>
                      <a:pt x="78" y="35"/>
                      <a:pt x="81" y="42"/>
                    </a:cubicBezTo>
                    <a:cubicBezTo>
                      <a:pt x="82" y="44"/>
                      <a:pt x="82" y="46"/>
                      <a:pt x="82" y="48"/>
                    </a:cubicBezTo>
                    <a:cubicBezTo>
                      <a:pt x="82" y="55"/>
                      <a:pt x="82" y="61"/>
                      <a:pt x="85" y="66"/>
                    </a:cubicBezTo>
                    <a:cubicBezTo>
                      <a:pt x="92" y="68"/>
                      <a:pt x="100" y="70"/>
                      <a:pt x="107" y="72"/>
                    </a:cubicBezTo>
                    <a:cubicBezTo>
                      <a:pt x="117" y="74"/>
                      <a:pt x="126" y="77"/>
                      <a:pt x="136" y="80"/>
                    </a:cubicBezTo>
                    <a:cubicBezTo>
                      <a:pt x="136" y="80"/>
                      <a:pt x="136" y="80"/>
                      <a:pt x="136" y="80"/>
                    </a:cubicBezTo>
                    <a:cubicBezTo>
                      <a:pt x="136" y="80"/>
                      <a:pt x="136" y="80"/>
                      <a:pt x="136" y="80"/>
                    </a:cubicBezTo>
                    <a:cubicBezTo>
                      <a:pt x="133" y="78"/>
                      <a:pt x="130" y="73"/>
                      <a:pt x="127" y="73"/>
                    </a:cubicBezTo>
                    <a:cubicBezTo>
                      <a:pt x="126" y="73"/>
                      <a:pt x="126" y="73"/>
                      <a:pt x="125" y="73"/>
                    </a:cubicBezTo>
                    <a:cubicBezTo>
                      <a:pt x="126" y="64"/>
                      <a:pt x="123" y="57"/>
                      <a:pt x="122" y="48"/>
                    </a:cubicBezTo>
                    <a:cubicBezTo>
                      <a:pt x="126" y="51"/>
                      <a:pt x="130" y="51"/>
                      <a:pt x="133" y="52"/>
                    </a:cubicBezTo>
                    <a:cubicBezTo>
                      <a:pt x="133" y="52"/>
                      <a:pt x="133" y="52"/>
                      <a:pt x="133" y="52"/>
                    </a:cubicBezTo>
                    <a:cubicBezTo>
                      <a:pt x="133" y="50"/>
                      <a:pt x="132" y="49"/>
                      <a:pt x="131" y="49"/>
                    </a:cubicBezTo>
                    <a:cubicBezTo>
                      <a:pt x="123" y="43"/>
                      <a:pt x="114" y="38"/>
                      <a:pt x="106" y="32"/>
                    </a:cubicBezTo>
                    <a:cubicBezTo>
                      <a:pt x="106" y="32"/>
                      <a:pt x="106" y="32"/>
                      <a:pt x="106" y="32"/>
                    </a:cubicBezTo>
                    <a:cubicBezTo>
                      <a:pt x="97" y="26"/>
                      <a:pt x="88" y="19"/>
                      <a:pt x="80" y="15"/>
                    </a:cubicBezTo>
                    <a:cubicBezTo>
                      <a:pt x="79" y="15"/>
                      <a:pt x="78" y="15"/>
                      <a:pt x="78" y="13"/>
                    </a:cubicBezTo>
                    <a:cubicBezTo>
                      <a:pt x="78" y="11"/>
                      <a:pt x="79" y="10"/>
                      <a:pt x="79" y="10"/>
                    </a:cubicBezTo>
                    <a:cubicBezTo>
                      <a:pt x="79" y="10"/>
                      <a:pt x="80" y="10"/>
                      <a:pt x="80" y="10"/>
                    </a:cubicBezTo>
                    <a:cubicBezTo>
                      <a:pt x="84" y="11"/>
                      <a:pt x="88" y="12"/>
                      <a:pt x="92" y="14"/>
                    </a:cubicBezTo>
                    <a:cubicBezTo>
                      <a:pt x="102" y="18"/>
                      <a:pt x="113" y="22"/>
                      <a:pt x="124" y="27"/>
                    </a:cubicBezTo>
                    <a:cubicBezTo>
                      <a:pt x="142" y="36"/>
                      <a:pt x="161" y="46"/>
                      <a:pt x="180" y="55"/>
                    </a:cubicBezTo>
                    <a:cubicBezTo>
                      <a:pt x="181" y="56"/>
                      <a:pt x="182" y="58"/>
                      <a:pt x="183" y="59"/>
                    </a:cubicBezTo>
                    <a:cubicBezTo>
                      <a:pt x="189" y="62"/>
                      <a:pt x="189" y="65"/>
                      <a:pt x="186" y="74"/>
                    </a:cubicBezTo>
                    <a:cubicBezTo>
                      <a:pt x="186" y="74"/>
                      <a:pt x="186" y="74"/>
                      <a:pt x="186" y="74"/>
                    </a:cubicBezTo>
                    <a:cubicBezTo>
                      <a:pt x="186" y="74"/>
                      <a:pt x="187" y="74"/>
                      <a:pt x="187" y="74"/>
                    </a:cubicBezTo>
                    <a:cubicBezTo>
                      <a:pt x="187" y="74"/>
                      <a:pt x="188" y="74"/>
                      <a:pt x="188" y="74"/>
                    </a:cubicBezTo>
                    <a:cubicBezTo>
                      <a:pt x="189" y="74"/>
                      <a:pt x="190" y="74"/>
                      <a:pt x="191" y="72"/>
                    </a:cubicBezTo>
                    <a:cubicBezTo>
                      <a:pt x="191" y="72"/>
                      <a:pt x="191" y="72"/>
                      <a:pt x="191" y="72"/>
                    </a:cubicBezTo>
                    <a:cubicBezTo>
                      <a:pt x="194" y="61"/>
                      <a:pt x="193" y="60"/>
                      <a:pt x="187" y="57"/>
                    </a:cubicBezTo>
                    <a:cubicBezTo>
                      <a:pt x="183" y="54"/>
                      <a:pt x="178" y="51"/>
                      <a:pt x="173" y="48"/>
                    </a:cubicBezTo>
                    <a:cubicBezTo>
                      <a:pt x="156" y="39"/>
                      <a:pt x="139" y="29"/>
                      <a:pt x="122" y="21"/>
                    </a:cubicBezTo>
                    <a:cubicBezTo>
                      <a:pt x="115" y="18"/>
                      <a:pt x="109" y="14"/>
                      <a:pt x="102" y="12"/>
                    </a:cubicBezTo>
                    <a:cubicBezTo>
                      <a:pt x="91" y="9"/>
                      <a:pt x="80" y="3"/>
                      <a:pt x="69" y="2"/>
                    </a:cubicBezTo>
                    <a:cubicBezTo>
                      <a:pt x="66" y="2"/>
                      <a:pt x="64" y="0"/>
                      <a:pt x="61" y="0"/>
                    </a:cubicBezTo>
                  </a:path>
                </a:pathLst>
              </a:custGeom>
              <a:solidFill>
                <a:srgbClr val="C2E8FA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2" name="Freeform 36">
                <a:extLst>
                  <a:ext uri="{FF2B5EF4-FFF2-40B4-BE49-F238E27FC236}">
                    <a16:creationId xmlns:a16="http://schemas.microsoft.com/office/drawing/2014/main" id="{DD71283E-0E17-D7B6-31E1-0E3E6A33F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93" y="382577"/>
                <a:ext cx="235325" cy="105466"/>
              </a:xfrm>
              <a:custGeom>
                <a:avLst/>
                <a:gdLst>
                  <a:gd name="T0" fmla="*/ 37 w 75"/>
                  <a:gd name="T1" fmla="*/ 0 h 47"/>
                  <a:gd name="T2" fmla="*/ 21 w 75"/>
                  <a:gd name="T3" fmla="*/ 2 h 47"/>
                  <a:gd name="T4" fmla="*/ 6 w 75"/>
                  <a:gd name="T5" fmla="*/ 3 h 47"/>
                  <a:gd name="T6" fmla="*/ 3 w 75"/>
                  <a:gd name="T7" fmla="*/ 3 h 47"/>
                  <a:gd name="T8" fmla="*/ 3 w 75"/>
                  <a:gd name="T9" fmla="*/ 3 h 47"/>
                  <a:gd name="T10" fmla="*/ 0 w 75"/>
                  <a:gd name="T11" fmla="*/ 9 h 47"/>
                  <a:gd name="T12" fmla="*/ 0 w 75"/>
                  <a:gd name="T13" fmla="*/ 9 h 47"/>
                  <a:gd name="T14" fmla="*/ 3 w 75"/>
                  <a:gd name="T15" fmla="*/ 12 h 47"/>
                  <a:gd name="T16" fmla="*/ 36 w 75"/>
                  <a:gd name="T17" fmla="*/ 41 h 47"/>
                  <a:gd name="T18" fmla="*/ 36 w 75"/>
                  <a:gd name="T19" fmla="*/ 41 h 47"/>
                  <a:gd name="T20" fmla="*/ 47 w 75"/>
                  <a:gd name="T21" fmla="*/ 47 h 47"/>
                  <a:gd name="T22" fmla="*/ 47 w 75"/>
                  <a:gd name="T23" fmla="*/ 47 h 47"/>
                  <a:gd name="T24" fmla="*/ 47 w 75"/>
                  <a:gd name="T25" fmla="*/ 47 h 47"/>
                  <a:gd name="T26" fmla="*/ 49 w 75"/>
                  <a:gd name="T27" fmla="*/ 43 h 47"/>
                  <a:gd name="T28" fmla="*/ 50 w 75"/>
                  <a:gd name="T29" fmla="*/ 44 h 47"/>
                  <a:gd name="T30" fmla="*/ 50 w 75"/>
                  <a:gd name="T31" fmla="*/ 44 h 47"/>
                  <a:gd name="T32" fmla="*/ 51 w 75"/>
                  <a:gd name="T33" fmla="*/ 44 h 47"/>
                  <a:gd name="T34" fmla="*/ 54 w 75"/>
                  <a:gd name="T35" fmla="*/ 43 h 47"/>
                  <a:gd name="T36" fmla="*/ 63 w 75"/>
                  <a:gd name="T37" fmla="*/ 44 h 47"/>
                  <a:gd name="T38" fmla="*/ 73 w 75"/>
                  <a:gd name="T39" fmla="*/ 45 h 47"/>
                  <a:gd name="T40" fmla="*/ 75 w 75"/>
                  <a:gd name="T41" fmla="*/ 45 h 47"/>
                  <a:gd name="T42" fmla="*/ 75 w 75"/>
                  <a:gd name="T43" fmla="*/ 45 h 47"/>
                  <a:gd name="T44" fmla="*/ 72 w 75"/>
                  <a:gd name="T45" fmla="*/ 27 h 47"/>
                  <a:gd name="T46" fmla="*/ 71 w 75"/>
                  <a:gd name="T47" fmla="*/ 21 h 47"/>
                  <a:gd name="T48" fmla="*/ 59 w 75"/>
                  <a:gd name="T49" fmla="*/ 5 h 47"/>
                  <a:gd name="T50" fmla="*/ 43 w 75"/>
                  <a:gd name="T51" fmla="*/ 0 h 47"/>
                  <a:gd name="T52" fmla="*/ 37 w 75"/>
                  <a:gd name="T5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5" h="47">
                    <a:moveTo>
                      <a:pt x="37" y="0"/>
                    </a:moveTo>
                    <a:cubicBezTo>
                      <a:pt x="32" y="0"/>
                      <a:pt x="27" y="1"/>
                      <a:pt x="21" y="2"/>
                    </a:cubicBezTo>
                    <a:cubicBezTo>
                      <a:pt x="16" y="2"/>
                      <a:pt x="11" y="3"/>
                      <a:pt x="6" y="3"/>
                    </a:cubicBezTo>
                    <a:cubicBezTo>
                      <a:pt x="5" y="3"/>
                      <a:pt x="4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1" y="3"/>
                      <a:pt x="0" y="5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12"/>
                      <a:pt x="2" y="11"/>
                      <a:pt x="3" y="12"/>
                    </a:cubicBezTo>
                    <a:cubicBezTo>
                      <a:pt x="14" y="24"/>
                      <a:pt x="25" y="33"/>
                      <a:pt x="36" y="41"/>
                    </a:cubicBezTo>
                    <a:cubicBezTo>
                      <a:pt x="36" y="41"/>
                      <a:pt x="36" y="41"/>
                      <a:pt x="36" y="41"/>
                    </a:cubicBezTo>
                    <a:cubicBezTo>
                      <a:pt x="40" y="41"/>
                      <a:pt x="43" y="46"/>
                      <a:pt x="47" y="47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47" y="44"/>
                      <a:pt x="48" y="43"/>
                      <a:pt x="49" y="43"/>
                    </a:cubicBezTo>
                    <a:cubicBezTo>
                      <a:pt x="49" y="43"/>
                      <a:pt x="49" y="44"/>
                      <a:pt x="50" y="44"/>
                    </a:cubicBezTo>
                    <a:cubicBezTo>
                      <a:pt x="50" y="44"/>
                      <a:pt x="50" y="44"/>
                      <a:pt x="50" y="44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3"/>
                      <a:pt x="53" y="43"/>
                      <a:pt x="54" y="43"/>
                    </a:cubicBezTo>
                    <a:cubicBezTo>
                      <a:pt x="57" y="43"/>
                      <a:pt x="60" y="44"/>
                      <a:pt x="63" y="44"/>
                    </a:cubicBezTo>
                    <a:cubicBezTo>
                      <a:pt x="66" y="45"/>
                      <a:pt x="69" y="45"/>
                      <a:pt x="73" y="45"/>
                    </a:cubicBezTo>
                    <a:cubicBezTo>
                      <a:pt x="73" y="45"/>
                      <a:pt x="74" y="45"/>
                      <a:pt x="75" y="45"/>
                    </a:cubicBezTo>
                    <a:cubicBezTo>
                      <a:pt x="75" y="45"/>
                      <a:pt x="75" y="45"/>
                      <a:pt x="75" y="45"/>
                    </a:cubicBezTo>
                    <a:cubicBezTo>
                      <a:pt x="72" y="40"/>
                      <a:pt x="72" y="34"/>
                      <a:pt x="72" y="27"/>
                    </a:cubicBezTo>
                    <a:cubicBezTo>
                      <a:pt x="72" y="25"/>
                      <a:pt x="72" y="23"/>
                      <a:pt x="71" y="21"/>
                    </a:cubicBezTo>
                    <a:cubicBezTo>
                      <a:pt x="68" y="14"/>
                      <a:pt x="64" y="9"/>
                      <a:pt x="59" y="5"/>
                    </a:cubicBezTo>
                    <a:cubicBezTo>
                      <a:pt x="54" y="1"/>
                      <a:pt x="49" y="1"/>
                      <a:pt x="43" y="0"/>
                    </a:cubicBezTo>
                    <a:cubicBezTo>
                      <a:pt x="41" y="0"/>
                      <a:pt x="39" y="0"/>
                      <a:pt x="37" y="0"/>
                    </a:cubicBezTo>
                  </a:path>
                </a:pathLst>
              </a:custGeom>
              <a:solidFill>
                <a:srgbClr val="F9FAFC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3" name="Freeform 37">
                <a:extLst>
                  <a:ext uri="{FF2B5EF4-FFF2-40B4-BE49-F238E27FC236}">
                    <a16:creationId xmlns:a16="http://schemas.microsoft.com/office/drawing/2014/main" id="{2D146CC8-F7EF-37A3-506A-1388AE716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4440" y="515797"/>
                <a:ext cx="165195" cy="55508"/>
              </a:xfrm>
              <a:custGeom>
                <a:avLst/>
                <a:gdLst>
                  <a:gd name="T0" fmla="*/ 29 w 53"/>
                  <a:gd name="T1" fmla="*/ 0 h 25"/>
                  <a:gd name="T2" fmla="*/ 29 w 53"/>
                  <a:gd name="T3" fmla="*/ 0 h 25"/>
                  <a:gd name="T4" fmla="*/ 28 w 53"/>
                  <a:gd name="T5" fmla="*/ 0 h 25"/>
                  <a:gd name="T6" fmla="*/ 28 w 53"/>
                  <a:gd name="T7" fmla="*/ 0 h 25"/>
                  <a:gd name="T8" fmla="*/ 28 w 53"/>
                  <a:gd name="T9" fmla="*/ 0 h 25"/>
                  <a:gd name="T10" fmla="*/ 16 w 53"/>
                  <a:gd name="T11" fmla="*/ 8 h 25"/>
                  <a:gd name="T12" fmla="*/ 6 w 53"/>
                  <a:gd name="T13" fmla="*/ 10 h 25"/>
                  <a:gd name="T14" fmla="*/ 3 w 53"/>
                  <a:gd name="T15" fmla="*/ 9 h 25"/>
                  <a:gd name="T16" fmla="*/ 2 w 53"/>
                  <a:gd name="T17" fmla="*/ 9 h 25"/>
                  <a:gd name="T18" fmla="*/ 0 w 53"/>
                  <a:gd name="T19" fmla="*/ 13 h 25"/>
                  <a:gd name="T20" fmla="*/ 0 w 53"/>
                  <a:gd name="T21" fmla="*/ 13 h 25"/>
                  <a:gd name="T22" fmla="*/ 0 w 53"/>
                  <a:gd name="T23" fmla="*/ 13 h 25"/>
                  <a:gd name="T24" fmla="*/ 12 w 53"/>
                  <a:gd name="T25" fmla="*/ 16 h 25"/>
                  <a:gd name="T26" fmla="*/ 36 w 53"/>
                  <a:gd name="T27" fmla="*/ 25 h 25"/>
                  <a:gd name="T28" fmla="*/ 36 w 53"/>
                  <a:gd name="T29" fmla="*/ 25 h 25"/>
                  <a:gd name="T30" fmla="*/ 52 w 53"/>
                  <a:gd name="T31" fmla="*/ 11 h 25"/>
                  <a:gd name="T32" fmla="*/ 51 w 53"/>
                  <a:gd name="T33" fmla="*/ 6 h 25"/>
                  <a:gd name="T34" fmla="*/ 44 w 53"/>
                  <a:gd name="T35" fmla="*/ 3 h 25"/>
                  <a:gd name="T36" fmla="*/ 32 w 53"/>
                  <a:gd name="T37" fmla="*/ 0 h 25"/>
                  <a:gd name="T38" fmla="*/ 32 w 53"/>
                  <a:gd name="T39" fmla="*/ 0 h 25"/>
                  <a:gd name="T40" fmla="*/ 29 w 53"/>
                  <a:gd name="T4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3" h="25">
                    <a:moveTo>
                      <a:pt x="29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8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6"/>
                      <a:pt x="20" y="6"/>
                      <a:pt x="16" y="8"/>
                    </a:cubicBezTo>
                    <a:cubicBezTo>
                      <a:pt x="13" y="9"/>
                      <a:pt x="9" y="10"/>
                      <a:pt x="6" y="10"/>
                    </a:cubicBezTo>
                    <a:cubicBezTo>
                      <a:pt x="5" y="10"/>
                      <a:pt x="4" y="10"/>
                      <a:pt x="3" y="9"/>
                    </a:cubicBezTo>
                    <a:cubicBezTo>
                      <a:pt x="3" y="9"/>
                      <a:pt x="3" y="9"/>
                      <a:pt x="2" y="9"/>
                    </a:cubicBezTo>
                    <a:cubicBezTo>
                      <a:pt x="1" y="9"/>
                      <a:pt x="0" y="10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4" y="15"/>
                      <a:pt x="8" y="15"/>
                      <a:pt x="12" y="16"/>
                    </a:cubicBezTo>
                    <a:cubicBezTo>
                      <a:pt x="20" y="19"/>
                      <a:pt x="28" y="22"/>
                      <a:pt x="36" y="25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42" y="23"/>
                      <a:pt x="47" y="17"/>
                      <a:pt x="52" y="11"/>
                    </a:cubicBezTo>
                    <a:cubicBezTo>
                      <a:pt x="53" y="9"/>
                      <a:pt x="53" y="7"/>
                      <a:pt x="51" y="6"/>
                    </a:cubicBezTo>
                    <a:cubicBezTo>
                      <a:pt x="49" y="5"/>
                      <a:pt x="46" y="5"/>
                      <a:pt x="44" y="3"/>
                    </a:cubicBezTo>
                    <a:cubicBezTo>
                      <a:pt x="40" y="1"/>
                      <a:pt x="36" y="3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0"/>
                      <a:pt x="30" y="0"/>
                      <a:pt x="29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4" name="Freeform 38">
                <a:extLst>
                  <a:ext uri="{FF2B5EF4-FFF2-40B4-BE49-F238E27FC236}">
                    <a16:creationId xmlns:a16="http://schemas.microsoft.com/office/drawing/2014/main" id="{9F277829-A4C5-AC59-885B-04368EA90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8076" y="318187"/>
                <a:ext cx="104416" cy="26644"/>
              </a:xfrm>
              <a:custGeom>
                <a:avLst/>
                <a:gdLst>
                  <a:gd name="T0" fmla="*/ 15 w 33"/>
                  <a:gd name="T1" fmla="*/ 0 h 12"/>
                  <a:gd name="T2" fmla="*/ 0 w 33"/>
                  <a:gd name="T3" fmla="*/ 12 h 12"/>
                  <a:gd name="T4" fmla="*/ 0 w 33"/>
                  <a:gd name="T5" fmla="*/ 12 h 12"/>
                  <a:gd name="T6" fmla="*/ 11 w 33"/>
                  <a:gd name="T7" fmla="*/ 10 h 12"/>
                  <a:gd name="T8" fmla="*/ 33 w 33"/>
                  <a:gd name="T9" fmla="*/ 4 h 12"/>
                  <a:gd name="T10" fmla="*/ 33 w 33"/>
                  <a:gd name="T11" fmla="*/ 4 h 12"/>
                  <a:gd name="T12" fmla="*/ 30 w 33"/>
                  <a:gd name="T13" fmla="*/ 1 h 12"/>
                  <a:gd name="T14" fmla="*/ 29 w 33"/>
                  <a:gd name="T15" fmla="*/ 1 h 12"/>
                  <a:gd name="T16" fmla="*/ 24 w 33"/>
                  <a:gd name="T17" fmla="*/ 3 h 12"/>
                  <a:gd name="T18" fmla="*/ 23 w 33"/>
                  <a:gd name="T19" fmla="*/ 3 h 12"/>
                  <a:gd name="T20" fmla="*/ 21 w 33"/>
                  <a:gd name="T21" fmla="*/ 3 h 12"/>
                  <a:gd name="T22" fmla="*/ 17 w 33"/>
                  <a:gd name="T23" fmla="*/ 4 h 12"/>
                  <a:gd name="T24" fmla="*/ 16 w 33"/>
                  <a:gd name="T25" fmla="*/ 4 h 12"/>
                  <a:gd name="T26" fmla="*/ 15 w 33"/>
                  <a:gd name="T27" fmla="*/ 0 h 12"/>
                  <a:gd name="T28" fmla="*/ 15 w 33"/>
                  <a:gd name="T2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3" h="12">
                    <a:moveTo>
                      <a:pt x="15" y="0"/>
                    </a:moveTo>
                    <a:cubicBezTo>
                      <a:pt x="10" y="3"/>
                      <a:pt x="5" y="7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11"/>
                      <a:pt x="7" y="11"/>
                      <a:pt x="11" y="10"/>
                    </a:cubicBezTo>
                    <a:cubicBezTo>
                      <a:pt x="18" y="8"/>
                      <a:pt x="25" y="5"/>
                      <a:pt x="3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2" y="2"/>
                      <a:pt x="31" y="1"/>
                      <a:pt x="30" y="1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7" y="3"/>
                      <a:pt x="26" y="3"/>
                      <a:pt x="24" y="3"/>
                    </a:cubicBezTo>
                    <a:cubicBezTo>
                      <a:pt x="24" y="3"/>
                      <a:pt x="23" y="3"/>
                      <a:pt x="23" y="3"/>
                    </a:cubicBezTo>
                    <a:cubicBezTo>
                      <a:pt x="22" y="3"/>
                      <a:pt x="21" y="3"/>
                      <a:pt x="21" y="3"/>
                    </a:cubicBezTo>
                    <a:cubicBezTo>
                      <a:pt x="20" y="3"/>
                      <a:pt x="19" y="3"/>
                      <a:pt x="17" y="4"/>
                    </a:cubicBezTo>
                    <a:cubicBezTo>
                      <a:pt x="17" y="4"/>
                      <a:pt x="17" y="4"/>
                      <a:pt x="16" y="4"/>
                    </a:cubicBezTo>
                    <a:cubicBezTo>
                      <a:pt x="15" y="4"/>
                      <a:pt x="15" y="3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C4E9F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5" name="Freeform 39">
                <a:extLst>
                  <a:ext uri="{FF2B5EF4-FFF2-40B4-BE49-F238E27FC236}">
                    <a16:creationId xmlns:a16="http://schemas.microsoft.com/office/drawing/2014/main" id="{F6C1DDDB-BB53-C713-B0EB-9B97A91A8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00" y="522458"/>
                <a:ext cx="269610" cy="116568"/>
              </a:xfrm>
              <a:custGeom>
                <a:avLst/>
                <a:gdLst>
                  <a:gd name="T0" fmla="*/ 80 w 86"/>
                  <a:gd name="T1" fmla="*/ 0 h 52"/>
                  <a:gd name="T2" fmla="*/ 75 w 86"/>
                  <a:gd name="T3" fmla="*/ 2 h 52"/>
                  <a:gd name="T4" fmla="*/ 74 w 86"/>
                  <a:gd name="T5" fmla="*/ 3 h 52"/>
                  <a:gd name="T6" fmla="*/ 68 w 86"/>
                  <a:gd name="T7" fmla="*/ 12 h 52"/>
                  <a:gd name="T8" fmla="*/ 46 w 86"/>
                  <a:gd name="T9" fmla="*/ 23 h 52"/>
                  <a:gd name="T10" fmla="*/ 14 w 86"/>
                  <a:gd name="T11" fmla="*/ 35 h 52"/>
                  <a:gd name="T12" fmla="*/ 3 w 86"/>
                  <a:gd name="T13" fmla="*/ 37 h 52"/>
                  <a:gd name="T14" fmla="*/ 3 w 86"/>
                  <a:gd name="T15" fmla="*/ 42 h 52"/>
                  <a:gd name="T16" fmla="*/ 3 w 86"/>
                  <a:gd name="T17" fmla="*/ 42 h 52"/>
                  <a:gd name="T18" fmla="*/ 6 w 86"/>
                  <a:gd name="T19" fmla="*/ 44 h 52"/>
                  <a:gd name="T20" fmla="*/ 7 w 86"/>
                  <a:gd name="T21" fmla="*/ 44 h 52"/>
                  <a:gd name="T22" fmla="*/ 33 w 86"/>
                  <a:gd name="T23" fmla="*/ 44 h 52"/>
                  <a:gd name="T24" fmla="*/ 33 w 86"/>
                  <a:gd name="T25" fmla="*/ 44 h 52"/>
                  <a:gd name="T26" fmla="*/ 34 w 86"/>
                  <a:gd name="T27" fmla="*/ 44 h 52"/>
                  <a:gd name="T28" fmla="*/ 34 w 86"/>
                  <a:gd name="T29" fmla="*/ 43 h 52"/>
                  <a:gd name="T30" fmla="*/ 36 w 86"/>
                  <a:gd name="T31" fmla="*/ 46 h 52"/>
                  <a:gd name="T32" fmla="*/ 31 w 86"/>
                  <a:gd name="T33" fmla="*/ 51 h 52"/>
                  <a:gd name="T34" fmla="*/ 31 w 86"/>
                  <a:gd name="T35" fmla="*/ 51 h 52"/>
                  <a:gd name="T36" fmla="*/ 32 w 86"/>
                  <a:gd name="T37" fmla="*/ 52 h 52"/>
                  <a:gd name="T38" fmla="*/ 37 w 86"/>
                  <a:gd name="T39" fmla="*/ 51 h 52"/>
                  <a:gd name="T40" fmla="*/ 42 w 86"/>
                  <a:gd name="T41" fmla="*/ 50 h 52"/>
                  <a:gd name="T42" fmla="*/ 43 w 86"/>
                  <a:gd name="T43" fmla="*/ 50 h 52"/>
                  <a:gd name="T44" fmla="*/ 43 w 86"/>
                  <a:gd name="T45" fmla="*/ 50 h 52"/>
                  <a:gd name="T46" fmla="*/ 46 w 86"/>
                  <a:gd name="T47" fmla="*/ 48 h 52"/>
                  <a:gd name="T48" fmla="*/ 48 w 86"/>
                  <a:gd name="T49" fmla="*/ 48 h 52"/>
                  <a:gd name="T50" fmla="*/ 50 w 86"/>
                  <a:gd name="T51" fmla="*/ 48 h 52"/>
                  <a:gd name="T52" fmla="*/ 51 w 86"/>
                  <a:gd name="T53" fmla="*/ 48 h 52"/>
                  <a:gd name="T54" fmla="*/ 51 w 86"/>
                  <a:gd name="T55" fmla="*/ 48 h 52"/>
                  <a:gd name="T56" fmla="*/ 54 w 86"/>
                  <a:gd name="T57" fmla="*/ 45 h 52"/>
                  <a:gd name="T58" fmla="*/ 58 w 86"/>
                  <a:gd name="T59" fmla="*/ 41 h 52"/>
                  <a:gd name="T60" fmla="*/ 58 w 86"/>
                  <a:gd name="T61" fmla="*/ 41 h 52"/>
                  <a:gd name="T62" fmla="*/ 48 w 86"/>
                  <a:gd name="T63" fmla="*/ 39 h 52"/>
                  <a:gd name="T64" fmla="*/ 54 w 86"/>
                  <a:gd name="T65" fmla="*/ 33 h 52"/>
                  <a:gd name="T66" fmla="*/ 82 w 86"/>
                  <a:gd name="T67" fmla="*/ 16 h 52"/>
                  <a:gd name="T68" fmla="*/ 86 w 86"/>
                  <a:gd name="T69" fmla="*/ 12 h 52"/>
                  <a:gd name="T70" fmla="*/ 82 w 86"/>
                  <a:gd name="T71" fmla="*/ 6 h 52"/>
                  <a:gd name="T72" fmla="*/ 80 w 86"/>
                  <a:gd name="T73" fmla="*/ 0 h 52"/>
                  <a:gd name="T74" fmla="*/ 80 w 86"/>
                  <a:gd name="T75" fmla="*/ 0 h 52"/>
                  <a:gd name="T76" fmla="*/ 80 w 86"/>
                  <a:gd name="T7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6" h="52">
                    <a:moveTo>
                      <a:pt x="80" y="0"/>
                    </a:moveTo>
                    <a:cubicBezTo>
                      <a:pt x="78" y="1"/>
                      <a:pt x="76" y="1"/>
                      <a:pt x="75" y="2"/>
                    </a:cubicBezTo>
                    <a:cubicBezTo>
                      <a:pt x="74" y="2"/>
                      <a:pt x="73" y="3"/>
                      <a:pt x="74" y="3"/>
                    </a:cubicBezTo>
                    <a:cubicBezTo>
                      <a:pt x="75" y="13"/>
                      <a:pt x="70" y="11"/>
                      <a:pt x="68" y="12"/>
                    </a:cubicBezTo>
                    <a:cubicBezTo>
                      <a:pt x="61" y="16"/>
                      <a:pt x="54" y="20"/>
                      <a:pt x="46" y="23"/>
                    </a:cubicBezTo>
                    <a:cubicBezTo>
                      <a:pt x="36" y="27"/>
                      <a:pt x="25" y="32"/>
                      <a:pt x="14" y="35"/>
                    </a:cubicBezTo>
                    <a:cubicBezTo>
                      <a:pt x="10" y="35"/>
                      <a:pt x="7" y="35"/>
                      <a:pt x="3" y="37"/>
                    </a:cubicBezTo>
                    <a:cubicBezTo>
                      <a:pt x="0" y="38"/>
                      <a:pt x="3" y="40"/>
                      <a:pt x="3" y="42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6" y="44"/>
                      <a:pt x="7" y="44"/>
                      <a:pt x="7" y="44"/>
                    </a:cubicBezTo>
                    <a:cubicBezTo>
                      <a:pt x="16" y="44"/>
                      <a:pt x="24" y="44"/>
                      <a:pt x="33" y="44"/>
                    </a:cubicBezTo>
                    <a:cubicBezTo>
                      <a:pt x="33" y="44"/>
                      <a:pt x="33" y="44"/>
                      <a:pt x="33" y="44"/>
                    </a:cubicBezTo>
                    <a:cubicBezTo>
                      <a:pt x="33" y="44"/>
                      <a:pt x="33" y="44"/>
                      <a:pt x="34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5" y="43"/>
                      <a:pt x="36" y="44"/>
                      <a:pt x="36" y="46"/>
                    </a:cubicBezTo>
                    <a:cubicBezTo>
                      <a:pt x="34" y="47"/>
                      <a:pt x="31" y="46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2" y="52"/>
                      <a:pt x="32" y="52"/>
                    </a:cubicBezTo>
                    <a:cubicBezTo>
                      <a:pt x="34" y="52"/>
                      <a:pt x="36" y="51"/>
                      <a:pt x="37" y="51"/>
                    </a:cubicBezTo>
                    <a:cubicBezTo>
                      <a:pt x="39" y="50"/>
                      <a:pt x="41" y="50"/>
                      <a:pt x="42" y="50"/>
                    </a:cubicBezTo>
                    <a:cubicBezTo>
                      <a:pt x="42" y="50"/>
                      <a:pt x="43" y="50"/>
                      <a:pt x="43" y="50"/>
                    </a:cubicBezTo>
                    <a:cubicBezTo>
                      <a:pt x="43" y="50"/>
                      <a:pt x="43" y="50"/>
                      <a:pt x="43" y="50"/>
                    </a:cubicBezTo>
                    <a:cubicBezTo>
                      <a:pt x="44" y="48"/>
                      <a:pt x="45" y="48"/>
                      <a:pt x="46" y="48"/>
                    </a:cubicBezTo>
                    <a:cubicBezTo>
                      <a:pt x="47" y="48"/>
                      <a:pt x="47" y="48"/>
                      <a:pt x="48" y="48"/>
                    </a:cubicBezTo>
                    <a:cubicBezTo>
                      <a:pt x="49" y="48"/>
                      <a:pt x="49" y="48"/>
                      <a:pt x="50" y="48"/>
                    </a:cubicBezTo>
                    <a:cubicBezTo>
                      <a:pt x="50" y="48"/>
                      <a:pt x="51" y="48"/>
                      <a:pt x="51" y="48"/>
                    </a:cubicBezTo>
                    <a:cubicBezTo>
                      <a:pt x="51" y="48"/>
                      <a:pt x="51" y="48"/>
                      <a:pt x="51" y="48"/>
                    </a:cubicBezTo>
                    <a:cubicBezTo>
                      <a:pt x="51" y="44"/>
                      <a:pt x="53" y="46"/>
                      <a:pt x="54" y="45"/>
                    </a:cubicBezTo>
                    <a:cubicBezTo>
                      <a:pt x="55" y="43"/>
                      <a:pt x="57" y="45"/>
                      <a:pt x="58" y="41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55" y="40"/>
                      <a:pt x="52" y="39"/>
                      <a:pt x="48" y="39"/>
                    </a:cubicBezTo>
                    <a:cubicBezTo>
                      <a:pt x="50" y="35"/>
                      <a:pt x="52" y="34"/>
                      <a:pt x="54" y="33"/>
                    </a:cubicBezTo>
                    <a:cubicBezTo>
                      <a:pt x="63" y="28"/>
                      <a:pt x="73" y="23"/>
                      <a:pt x="82" y="16"/>
                    </a:cubicBezTo>
                    <a:cubicBezTo>
                      <a:pt x="84" y="15"/>
                      <a:pt x="86" y="15"/>
                      <a:pt x="86" y="12"/>
                    </a:cubicBezTo>
                    <a:cubicBezTo>
                      <a:pt x="86" y="8"/>
                      <a:pt x="83" y="7"/>
                      <a:pt x="82" y="6"/>
                    </a:cubicBezTo>
                    <a:cubicBezTo>
                      <a:pt x="80" y="6"/>
                      <a:pt x="77" y="8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6" name="Freeform 40">
                <a:extLst>
                  <a:ext uri="{FF2B5EF4-FFF2-40B4-BE49-F238E27FC236}">
                    <a16:creationId xmlns:a16="http://schemas.microsoft.com/office/drawing/2014/main" id="{4220A711-5944-650E-47D4-1360E149C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869" y="436975"/>
                <a:ext cx="363117" cy="177627"/>
              </a:xfrm>
              <a:custGeom>
                <a:avLst/>
                <a:gdLst>
                  <a:gd name="T0" fmla="*/ 112 w 116"/>
                  <a:gd name="T1" fmla="*/ 1 h 79"/>
                  <a:gd name="T2" fmla="*/ 87 w 116"/>
                  <a:gd name="T3" fmla="*/ 16 h 79"/>
                  <a:gd name="T4" fmla="*/ 83 w 116"/>
                  <a:gd name="T5" fmla="*/ 18 h 79"/>
                  <a:gd name="T6" fmla="*/ 81 w 116"/>
                  <a:gd name="T7" fmla="*/ 17 h 79"/>
                  <a:gd name="T8" fmla="*/ 65 w 116"/>
                  <a:gd name="T9" fmla="*/ 27 h 79"/>
                  <a:gd name="T10" fmla="*/ 61 w 116"/>
                  <a:gd name="T11" fmla="*/ 29 h 79"/>
                  <a:gd name="T12" fmla="*/ 60 w 116"/>
                  <a:gd name="T13" fmla="*/ 29 h 79"/>
                  <a:gd name="T14" fmla="*/ 55 w 116"/>
                  <a:gd name="T15" fmla="*/ 32 h 79"/>
                  <a:gd name="T16" fmla="*/ 54 w 116"/>
                  <a:gd name="T17" fmla="*/ 32 h 79"/>
                  <a:gd name="T18" fmla="*/ 50 w 116"/>
                  <a:gd name="T19" fmla="*/ 34 h 79"/>
                  <a:gd name="T20" fmla="*/ 48 w 116"/>
                  <a:gd name="T21" fmla="*/ 34 h 79"/>
                  <a:gd name="T22" fmla="*/ 33 w 116"/>
                  <a:gd name="T23" fmla="*/ 38 h 79"/>
                  <a:gd name="T24" fmla="*/ 32 w 116"/>
                  <a:gd name="T25" fmla="*/ 38 h 79"/>
                  <a:gd name="T26" fmla="*/ 38 w 116"/>
                  <a:gd name="T27" fmla="*/ 50 h 79"/>
                  <a:gd name="T28" fmla="*/ 6 w 116"/>
                  <a:gd name="T29" fmla="*/ 71 h 79"/>
                  <a:gd name="T30" fmla="*/ 10 w 116"/>
                  <a:gd name="T31" fmla="*/ 79 h 79"/>
                  <a:gd name="T32" fmla="*/ 10 w 116"/>
                  <a:gd name="T33" fmla="*/ 79 h 79"/>
                  <a:gd name="T34" fmla="*/ 26 w 116"/>
                  <a:gd name="T35" fmla="*/ 71 h 79"/>
                  <a:gd name="T36" fmla="*/ 50 w 116"/>
                  <a:gd name="T37" fmla="*/ 52 h 79"/>
                  <a:gd name="T38" fmla="*/ 49 w 116"/>
                  <a:gd name="T39" fmla="*/ 52 h 79"/>
                  <a:gd name="T40" fmla="*/ 43 w 116"/>
                  <a:gd name="T41" fmla="*/ 45 h 79"/>
                  <a:gd name="T42" fmla="*/ 52 w 116"/>
                  <a:gd name="T43" fmla="*/ 37 h 79"/>
                  <a:gd name="T44" fmla="*/ 61 w 116"/>
                  <a:gd name="T45" fmla="*/ 42 h 79"/>
                  <a:gd name="T46" fmla="*/ 52 w 116"/>
                  <a:gd name="T47" fmla="*/ 52 h 79"/>
                  <a:gd name="T48" fmla="*/ 59 w 116"/>
                  <a:gd name="T49" fmla="*/ 55 h 79"/>
                  <a:gd name="T50" fmla="*/ 63 w 116"/>
                  <a:gd name="T51" fmla="*/ 43 h 79"/>
                  <a:gd name="T52" fmla="*/ 80 w 116"/>
                  <a:gd name="T53" fmla="*/ 29 h 79"/>
                  <a:gd name="T54" fmla="*/ 93 w 116"/>
                  <a:gd name="T55" fmla="*/ 29 h 79"/>
                  <a:gd name="T56" fmla="*/ 99 w 116"/>
                  <a:gd name="T57" fmla="*/ 27 h 79"/>
                  <a:gd name="T58" fmla="*/ 94 w 116"/>
                  <a:gd name="T59" fmla="*/ 24 h 79"/>
                  <a:gd name="T60" fmla="*/ 94 w 116"/>
                  <a:gd name="T61" fmla="*/ 18 h 79"/>
                  <a:gd name="T62" fmla="*/ 116 w 116"/>
                  <a:gd name="T63" fmla="*/ 1 h 79"/>
                  <a:gd name="T64" fmla="*/ 116 w 116"/>
                  <a:gd name="T65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6" h="79">
                    <a:moveTo>
                      <a:pt x="116" y="0"/>
                    </a:moveTo>
                    <a:cubicBezTo>
                      <a:pt x="114" y="1"/>
                      <a:pt x="113" y="1"/>
                      <a:pt x="112" y="1"/>
                    </a:cubicBezTo>
                    <a:cubicBezTo>
                      <a:pt x="112" y="1"/>
                      <a:pt x="112" y="1"/>
                      <a:pt x="112" y="1"/>
                    </a:cubicBezTo>
                    <a:cubicBezTo>
                      <a:pt x="104" y="7"/>
                      <a:pt x="95" y="13"/>
                      <a:pt x="87" y="16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6" y="18"/>
                      <a:pt x="85" y="18"/>
                      <a:pt x="83" y="18"/>
                    </a:cubicBezTo>
                    <a:cubicBezTo>
                      <a:pt x="83" y="18"/>
                      <a:pt x="82" y="18"/>
                      <a:pt x="81" y="17"/>
                    </a:cubicBezTo>
                    <a:cubicBezTo>
                      <a:pt x="81" y="17"/>
                      <a:pt x="81" y="17"/>
                      <a:pt x="81" y="17"/>
                    </a:cubicBezTo>
                    <a:cubicBezTo>
                      <a:pt x="76" y="23"/>
                      <a:pt x="71" y="25"/>
                      <a:pt x="65" y="27"/>
                    </a:cubicBezTo>
                    <a:cubicBezTo>
                      <a:pt x="65" y="27"/>
                      <a:pt x="65" y="27"/>
                      <a:pt x="65" y="27"/>
                    </a:cubicBezTo>
                    <a:cubicBezTo>
                      <a:pt x="64" y="29"/>
                      <a:pt x="63" y="29"/>
                      <a:pt x="62" y="29"/>
                    </a:cubicBezTo>
                    <a:cubicBezTo>
                      <a:pt x="62" y="29"/>
                      <a:pt x="61" y="29"/>
                      <a:pt x="61" y="29"/>
                    </a:cubicBezTo>
                    <a:cubicBezTo>
                      <a:pt x="61" y="29"/>
                      <a:pt x="60" y="29"/>
                      <a:pt x="60" y="29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58" y="30"/>
                      <a:pt x="56" y="32"/>
                      <a:pt x="55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4"/>
                      <a:pt x="53" y="35"/>
                      <a:pt x="52" y="35"/>
                    </a:cubicBezTo>
                    <a:cubicBezTo>
                      <a:pt x="51" y="35"/>
                      <a:pt x="51" y="34"/>
                      <a:pt x="50" y="34"/>
                    </a:cubicBezTo>
                    <a:cubicBezTo>
                      <a:pt x="50" y="33"/>
                      <a:pt x="49" y="33"/>
                      <a:pt x="49" y="33"/>
                    </a:cubicBezTo>
                    <a:cubicBezTo>
                      <a:pt x="48" y="33"/>
                      <a:pt x="48" y="33"/>
                      <a:pt x="48" y="34"/>
                    </a:cubicBezTo>
                    <a:cubicBezTo>
                      <a:pt x="48" y="34"/>
                      <a:pt x="48" y="34"/>
                      <a:pt x="48" y="34"/>
                    </a:cubicBezTo>
                    <a:cubicBezTo>
                      <a:pt x="43" y="35"/>
                      <a:pt x="38" y="38"/>
                      <a:pt x="33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29" y="46"/>
                      <a:pt x="32" y="44"/>
                      <a:pt x="34" y="44"/>
                    </a:cubicBezTo>
                    <a:cubicBezTo>
                      <a:pt x="35" y="45"/>
                      <a:pt x="38" y="46"/>
                      <a:pt x="38" y="50"/>
                    </a:cubicBezTo>
                    <a:cubicBezTo>
                      <a:pt x="38" y="53"/>
                      <a:pt x="36" y="53"/>
                      <a:pt x="34" y="54"/>
                    </a:cubicBezTo>
                    <a:cubicBezTo>
                      <a:pt x="25" y="61"/>
                      <a:pt x="15" y="66"/>
                      <a:pt x="6" y="71"/>
                    </a:cubicBezTo>
                    <a:cubicBezTo>
                      <a:pt x="4" y="72"/>
                      <a:pt x="2" y="73"/>
                      <a:pt x="0" y="77"/>
                    </a:cubicBezTo>
                    <a:cubicBezTo>
                      <a:pt x="4" y="77"/>
                      <a:pt x="7" y="78"/>
                      <a:pt x="10" y="79"/>
                    </a:cubicBezTo>
                    <a:cubicBezTo>
                      <a:pt x="10" y="79"/>
                      <a:pt x="10" y="79"/>
                      <a:pt x="10" y="79"/>
                    </a:cubicBezTo>
                    <a:cubicBezTo>
                      <a:pt x="10" y="79"/>
                      <a:pt x="10" y="79"/>
                      <a:pt x="10" y="79"/>
                    </a:cubicBezTo>
                    <a:cubicBezTo>
                      <a:pt x="16" y="77"/>
                      <a:pt x="21" y="73"/>
                      <a:pt x="26" y="71"/>
                    </a:cubicBezTo>
                    <a:cubicBezTo>
                      <a:pt x="26" y="71"/>
                      <a:pt x="26" y="71"/>
                      <a:pt x="26" y="71"/>
                    </a:cubicBezTo>
                    <a:cubicBezTo>
                      <a:pt x="34" y="65"/>
                      <a:pt x="42" y="58"/>
                      <a:pt x="51" y="52"/>
                    </a:cubicBezTo>
                    <a:cubicBezTo>
                      <a:pt x="51" y="52"/>
                      <a:pt x="51" y="52"/>
                      <a:pt x="50" y="52"/>
                    </a:cubicBezTo>
                    <a:cubicBezTo>
                      <a:pt x="50" y="52"/>
                      <a:pt x="50" y="52"/>
                      <a:pt x="50" y="52"/>
                    </a:cubicBezTo>
                    <a:cubicBezTo>
                      <a:pt x="50" y="52"/>
                      <a:pt x="50" y="52"/>
                      <a:pt x="49" y="52"/>
                    </a:cubicBezTo>
                    <a:cubicBezTo>
                      <a:pt x="49" y="52"/>
                      <a:pt x="48" y="52"/>
                      <a:pt x="48" y="52"/>
                    </a:cubicBezTo>
                    <a:cubicBezTo>
                      <a:pt x="46" y="50"/>
                      <a:pt x="43" y="50"/>
                      <a:pt x="43" y="45"/>
                    </a:cubicBezTo>
                    <a:cubicBezTo>
                      <a:pt x="43" y="41"/>
                      <a:pt x="46" y="43"/>
                      <a:pt x="47" y="41"/>
                    </a:cubicBezTo>
                    <a:cubicBezTo>
                      <a:pt x="49" y="38"/>
                      <a:pt x="50" y="37"/>
                      <a:pt x="52" y="37"/>
                    </a:cubicBezTo>
                    <a:cubicBezTo>
                      <a:pt x="55" y="37"/>
                      <a:pt x="57" y="40"/>
                      <a:pt x="60" y="40"/>
                    </a:cubicBezTo>
                    <a:cubicBezTo>
                      <a:pt x="61" y="40"/>
                      <a:pt x="61" y="41"/>
                      <a:pt x="61" y="42"/>
                    </a:cubicBezTo>
                    <a:cubicBezTo>
                      <a:pt x="61" y="45"/>
                      <a:pt x="60" y="44"/>
                      <a:pt x="60" y="45"/>
                    </a:cubicBezTo>
                    <a:cubicBezTo>
                      <a:pt x="57" y="47"/>
                      <a:pt x="54" y="50"/>
                      <a:pt x="52" y="52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54" y="54"/>
                      <a:pt x="57" y="55"/>
                      <a:pt x="59" y="55"/>
                    </a:cubicBezTo>
                    <a:cubicBezTo>
                      <a:pt x="63" y="55"/>
                      <a:pt x="67" y="53"/>
                      <a:pt x="70" y="48"/>
                    </a:cubicBezTo>
                    <a:cubicBezTo>
                      <a:pt x="68" y="45"/>
                      <a:pt x="66" y="45"/>
                      <a:pt x="63" y="43"/>
                    </a:cubicBezTo>
                    <a:cubicBezTo>
                      <a:pt x="68" y="38"/>
                      <a:pt x="72" y="36"/>
                      <a:pt x="76" y="32"/>
                    </a:cubicBezTo>
                    <a:cubicBezTo>
                      <a:pt x="78" y="31"/>
                      <a:pt x="79" y="30"/>
                      <a:pt x="80" y="29"/>
                    </a:cubicBezTo>
                    <a:cubicBezTo>
                      <a:pt x="82" y="27"/>
                      <a:pt x="84" y="27"/>
                      <a:pt x="86" y="27"/>
                    </a:cubicBezTo>
                    <a:cubicBezTo>
                      <a:pt x="89" y="27"/>
                      <a:pt x="91" y="27"/>
                      <a:pt x="93" y="29"/>
                    </a:cubicBezTo>
                    <a:cubicBezTo>
                      <a:pt x="93" y="30"/>
                      <a:pt x="94" y="30"/>
                      <a:pt x="95" y="30"/>
                    </a:cubicBezTo>
                    <a:cubicBezTo>
                      <a:pt x="96" y="30"/>
                      <a:pt x="98" y="29"/>
                      <a:pt x="99" y="27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7" y="26"/>
                      <a:pt x="95" y="25"/>
                      <a:pt x="94" y="24"/>
                    </a:cubicBezTo>
                    <a:cubicBezTo>
                      <a:pt x="93" y="24"/>
                      <a:pt x="92" y="23"/>
                      <a:pt x="92" y="21"/>
                    </a:cubicBezTo>
                    <a:cubicBezTo>
                      <a:pt x="92" y="19"/>
                      <a:pt x="93" y="19"/>
                      <a:pt x="94" y="18"/>
                    </a:cubicBezTo>
                    <a:cubicBezTo>
                      <a:pt x="101" y="13"/>
                      <a:pt x="108" y="7"/>
                      <a:pt x="115" y="3"/>
                    </a:cubicBezTo>
                    <a:cubicBezTo>
                      <a:pt x="115" y="3"/>
                      <a:pt x="115" y="2"/>
                      <a:pt x="116" y="1"/>
                    </a:cubicBezTo>
                    <a:cubicBezTo>
                      <a:pt x="116" y="1"/>
                      <a:pt x="116" y="1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BFE0F6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7" name="Freeform 41">
                <a:extLst>
                  <a:ext uri="{FF2B5EF4-FFF2-40B4-BE49-F238E27FC236}">
                    <a16:creationId xmlns:a16="http://schemas.microsoft.com/office/drawing/2014/main" id="{F55A9725-0D64-6C72-D7C5-2EC1CACF3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596" y="375916"/>
                <a:ext cx="207273" cy="96585"/>
              </a:xfrm>
              <a:custGeom>
                <a:avLst/>
                <a:gdLst>
                  <a:gd name="T0" fmla="*/ 66 w 66"/>
                  <a:gd name="T1" fmla="*/ 0 h 43"/>
                  <a:gd name="T2" fmla="*/ 66 w 66"/>
                  <a:gd name="T3" fmla="*/ 0 h 43"/>
                  <a:gd name="T4" fmla="*/ 41 w 66"/>
                  <a:gd name="T5" fmla="*/ 13 h 43"/>
                  <a:gd name="T6" fmla="*/ 16 w 66"/>
                  <a:gd name="T7" fmla="*/ 30 h 43"/>
                  <a:gd name="T8" fmla="*/ 0 w 66"/>
                  <a:gd name="T9" fmla="*/ 43 h 43"/>
                  <a:gd name="T10" fmla="*/ 0 w 66"/>
                  <a:gd name="T11" fmla="*/ 43 h 43"/>
                  <a:gd name="T12" fmla="*/ 25 w 66"/>
                  <a:gd name="T13" fmla="*/ 28 h 43"/>
                  <a:gd name="T14" fmla="*/ 25 w 66"/>
                  <a:gd name="T15" fmla="*/ 28 h 43"/>
                  <a:gd name="T16" fmla="*/ 25 w 66"/>
                  <a:gd name="T17" fmla="*/ 28 h 43"/>
                  <a:gd name="T18" fmla="*/ 34 w 66"/>
                  <a:gd name="T19" fmla="*/ 21 h 43"/>
                  <a:gd name="T20" fmla="*/ 57 w 66"/>
                  <a:gd name="T21" fmla="*/ 6 h 43"/>
                  <a:gd name="T22" fmla="*/ 57 w 66"/>
                  <a:gd name="T23" fmla="*/ 6 h 43"/>
                  <a:gd name="T24" fmla="*/ 57 w 66"/>
                  <a:gd name="T25" fmla="*/ 6 h 43"/>
                  <a:gd name="T26" fmla="*/ 57 w 66"/>
                  <a:gd name="T27" fmla="*/ 6 h 43"/>
                  <a:gd name="T28" fmla="*/ 57 w 66"/>
                  <a:gd name="T29" fmla="*/ 6 h 43"/>
                  <a:gd name="T30" fmla="*/ 66 w 66"/>
                  <a:gd name="T3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6" h="43">
                    <a:moveTo>
                      <a:pt x="66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57" y="1"/>
                      <a:pt x="49" y="9"/>
                      <a:pt x="41" y="13"/>
                    </a:cubicBezTo>
                    <a:cubicBezTo>
                      <a:pt x="32" y="17"/>
                      <a:pt x="24" y="24"/>
                      <a:pt x="16" y="30"/>
                    </a:cubicBezTo>
                    <a:cubicBezTo>
                      <a:pt x="10" y="33"/>
                      <a:pt x="5" y="38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8" y="40"/>
                      <a:pt x="17" y="34"/>
                      <a:pt x="25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7" y="23"/>
                      <a:pt x="31" y="23"/>
                      <a:pt x="34" y="21"/>
                    </a:cubicBezTo>
                    <a:cubicBezTo>
                      <a:pt x="42" y="15"/>
                      <a:pt x="49" y="11"/>
                      <a:pt x="57" y="6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60" y="4"/>
                      <a:pt x="63" y="5"/>
                      <a:pt x="66" y="0"/>
                    </a:cubicBezTo>
                  </a:path>
                </a:pathLst>
              </a:custGeom>
              <a:solidFill>
                <a:srgbClr val="BFE4F9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8" name="Freeform 42">
                <a:extLst>
                  <a:ext uri="{FF2B5EF4-FFF2-40B4-BE49-F238E27FC236}">
                    <a16:creationId xmlns:a16="http://schemas.microsoft.com/office/drawing/2014/main" id="{5B3315D9-AC8C-8598-B539-1DBE04A58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907" y="355933"/>
                <a:ext cx="486234" cy="239796"/>
              </a:xfrm>
              <a:custGeom>
                <a:avLst/>
                <a:gdLst>
                  <a:gd name="T0" fmla="*/ 155 w 155"/>
                  <a:gd name="T1" fmla="*/ 0 h 107"/>
                  <a:gd name="T2" fmla="*/ 133 w 155"/>
                  <a:gd name="T3" fmla="*/ 10 h 107"/>
                  <a:gd name="T4" fmla="*/ 120 w 155"/>
                  <a:gd name="T5" fmla="*/ 18 h 107"/>
                  <a:gd name="T6" fmla="*/ 118 w 155"/>
                  <a:gd name="T7" fmla="*/ 19 h 107"/>
                  <a:gd name="T8" fmla="*/ 118 w 155"/>
                  <a:gd name="T9" fmla="*/ 15 h 107"/>
                  <a:gd name="T10" fmla="*/ 118 w 155"/>
                  <a:gd name="T11" fmla="*/ 15 h 107"/>
                  <a:gd name="T12" fmla="*/ 95 w 155"/>
                  <a:gd name="T13" fmla="*/ 30 h 107"/>
                  <a:gd name="T14" fmla="*/ 86 w 155"/>
                  <a:gd name="T15" fmla="*/ 37 h 107"/>
                  <a:gd name="T16" fmla="*/ 86 w 155"/>
                  <a:gd name="T17" fmla="*/ 37 h 107"/>
                  <a:gd name="T18" fmla="*/ 90 w 155"/>
                  <a:gd name="T19" fmla="*/ 36 h 107"/>
                  <a:gd name="T20" fmla="*/ 91 w 155"/>
                  <a:gd name="T21" fmla="*/ 36 h 107"/>
                  <a:gd name="T22" fmla="*/ 90 w 155"/>
                  <a:gd name="T23" fmla="*/ 37 h 107"/>
                  <a:gd name="T24" fmla="*/ 89 w 155"/>
                  <a:gd name="T25" fmla="*/ 39 h 107"/>
                  <a:gd name="T26" fmla="*/ 68 w 155"/>
                  <a:gd name="T27" fmla="*/ 54 h 107"/>
                  <a:gd name="T28" fmla="*/ 66 w 155"/>
                  <a:gd name="T29" fmla="*/ 57 h 107"/>
                  <a:gd name="T30" fmla="*/ 68 w 155"/>
                  <a:gd name="T31" fmla="*/ 60 h 107"/>
                  <a:gd name="T32" fmla="*/ 73 w 155"/>
                  <a:gd name="T33" fmla="*/ 63 h 107"/>
                  <a:gd name="T34" fmla="*/ 73 w 155"/>
                  <a:gd name="T35" fmla="*/ 63 h 107"/>
                  <a:gd name="T36" fmla="*/ 73 w 155"/>
                  <a:gd name="T37" fmla="*/ 63 h 107"/>
                  <a:gd name="T38" fmla="*/ 69 w 155"/>
                  <a:gd name="T39" fmla="*/ 66 h 107"/>
                  <a:gd name="T40" fmla="*/ 67 w 155"/>
                  <a:gd name="T41" fmla="*/ 65 h 107"/>
                  <a:gd name="T42" fmla="*/ 60 w 155"/>
                  <a:gd name="T43" fmla="*/ 63 h 107"/>
                  <a:gd name="T44" fmla="*/ 54 w 155"/>
                  <a:gd name="T45" fmla="*/ 65 h 107"/>
                  <a:gd name="T46" fmla="*/ 50 w 155"/>
                  <a:gd name="T47" fmla="*/ 68 h 107"/>
                  <a:gd name="T48" fmla="*/ 37 w 155"/>
                  <a:gd name="T49" fmla="*/ 79 h 107"/>
                  <a:gd name="T50" fmla="*/ 44 w 155"/>
                  <a:gd name="T51" fmla="*/ 84 h 107"/>
                  <a:gd name="T52" fmla="*/ 33 w 155"/>
                  <a:gd name="T53" fmla="*/ 91 h 107"/>
                  <a:gd name="T54" fmla="*/ 26 w 155"/>
                  <a:gd name="T55" fmla="*/ 88 h 107"/>
                  <a:gd name="T56" fmla="*/ 26 w 155"/>
                  <a:gd name="T57" fmla="*/ 88 h 107"/>
                  <a:gd name="T58" fmla="*/ 26 w 155"/>
                  <a:gd name="T59" fmla="*/ 88 h 107"/>
                  <a:gd name="T60" fmla="*/ 25 w 155"/>
                  <a:gd name="T61" fmla="*/ 88 h 107"/>
                  <a:gd name="T62" fmla="*/ 25 w 155"/>
                  <a:gd name="T63" fmla="*/ 88 h 107"/>
                  <a:gd name="T64" fmla="*/ 0 w 155"/>
                  <a:gd name="T65" fmla="*/ 107 h 107"/>
                  <a:gd name="T66" fmla="*/ 27 w 155"/>
                  <a:gd name="T67" fmla="*/ 95 h 107"/>
                  <a:gd name="T68" fmla="*/ 34 w 155"/>
                  <a:gd name="T69" fmla="*/ 93 h 107"/>
                  <a:gd name="T70" fmla="*/ 37 w 155"/>
                  <a:gd name="T71" fmla="*/ 94 h 107"/>
                  <a:gd name="T72" fmla="*/ 39 w 155"/>
                  <a:gd name="T73" fmla="*/ 95 h 107"/>
                  <a:gd name="T74" fmla="*/ 37 w 155"/>
                  <a:gd name="T75" fmla="*/ 97 h 107"/>
                  <a:gd name="T76" fmla="*/ 37 w 155"/>
                  <a:gd name="T77" fmla="*/ 97 h 107"/>
                  <a:gd name="T78" fmla="*/ 38 w 155"/>
                  <a:gd name="T79" fmla="*/ 98 h 107"/>
                  <a:gd name="T80" fmla="*/ 44 w 155"/>
                  <a:gd name="T81" fmla="*/ 93 h 107"/>
                  <a:gd name="T82" fmla="*/ 44 w 155"/>
                  <a:gd name="T83" fmla="*/ 93 h 107"/>
                  <a:gd name="T84" fmla="*/ 44 w 155"/>
                  <a:gd name="T85" fmla="*/ 93 h 107"/>
                  <a:gd name="T86" fmla="*/ 50 w 155"/>
                  <a:gd name="T87" fmla="*/ 90 h 107"/>
                  <a:gd name="T88" fmla="*/ 50 w 155"/>
                  <a:gd name="T89" fmla="*/ 89 h 107"/>
                  <a:gd name="T90" fmla="*/ 51 w 155"/>
                  <a:gd name="T91" fmla="*/ 88 h 107"/>
                  <a:gd name="T92" fmla="*/ 51 w 155"/>
                  <a:gd name="T93" fmla="*/ 88 h 107"/>
                  <a:gd name="T94" fmla="*/ 51 w 155"/>
                  <a:gd name="T95" fmla="*/ 88 h 107"/>
                  <a:gd name="T96" fmla="*/ 47 w 155"/>
                  <a:gd name="T97" fmla="*/ 84 h 107"/>
                  <a:gd name="T98" fmla="*/ 52 w 155"/>
                  <a:gd name="T99" fmla="*/ 80 h 107"/>
                  <a:gd name="T100" fmla="*/ 72 w 155"/>
                  <a:gd name="T101" fmla="*/ 67 h 107"/>
                  <a:gd name="T102" fmla="*/ 74 w 155"/>
                  <a:gd name="T103" fmla="*/ 67 h 107"/>
                  <a:gd name="T104" fmla="*/ 78 w 155"/>
                  <a:gd name="T105" fmla="*/ 72 h 107"/>
                  <a:gd name="T106" fmla="*/ 84 w 155"/>
                  <a:gd name="T107" fmla="*/ 68 h 107"/>
                  <a:gd name="T108" fmla="*/ 77 w 155"/>
                  <a:gd name="T109" fmla="*/ 64 h 107"/>
                  <a:gd name="T110" fmla="*/ 76 w 155"/>
                  <a:gd name="T111" fmla="*/ 63 h 107"/>
                  <a:gd name="T112" fmla="*/ 77 w 155"/>
                  <a:gd name="T113" fmla="*/ 63 h 107"/>
                  <a:gd name="T114" fmla="*/ 90 w 155"/>
                  <a:gd name="T115" fmla="*/ 53 h 107"/>
                  <a:gd name="T116" fmla="*/ 146 w 155"/>
                  <a:gd name="T117" fmla="*/ 8 h 107"/>
                  <a:gd name="T118" fmla="*/ 155 w 155"/>
                  <a:gd name="T119" fmla="*/ 0 h 107"/>
                  <a:gd name="T120" fmla="*/ 155 w 155"/>
                  <a:gd name="T121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5" h="107">
                    <a:moveTo>
                      <a:pt x="155" y="0"/>
                    </a:moveTo>
                    <a:cubicBezTo>
                      <a:pt x="148" y="4"/>
                      <a:pt x="140" y="5"/>
                      <a:pt x="133" y="10"/>
                    </a:cubicBezTo>
                    <a:cubicBezTo>
                      <a:pt x="129" y="13"/>
                      <a:pt x="125" y="16"/>
                      <a:pt x="120" y="18"/>
                    </a:cubicBezTo>
                    <a:cubicBezTo>
                      <a:pt x="120" y="18"/>
                      <a:pt x="119" y="19"/>
                      <a:pt x="118" y="19"/>
                    </a:cubicBezTo>
                    <a:cubicBezTo>
                      <a:pt x="118" y="19"/>
                      <a:pt x="118" y="18"/>
                      <a:pt x="118" y="15"/>
                    </a:cubicBezTo>
                    <a:cubicBezTo>
                      <a:pt x="118" y="15"/>
                      <a:pt x="118" y="15"/>
                      <a:pt x="118" y="15"/>
                    </a:cubicBezTo>
                    <a:cubicBezTo>
                      <a:pt x="110" y="20"/>
                      <a:pt x="103" y="24"/>
                      <a:pt x="95" y="30"/>
                    </a:cubicBezTo>
                    <a:cubicBezTo>
                      <a:pt x="92" y="32"/>
                      <a:pt x="88" y="32"/>
                      <a:pt x="86" y="37"/>
                    </a:cubicBezTo>
                    <a:cubicBezTo>
                      <a:pt x="86" y="37"/>
                      <a:pt x="86" y="37"/>
                      <a:pt x="86" y="37"/>
                    </a:cubicBezTo>
                    <a:cubicBezTo>
                      <a:pt x="87" y="37"/>
                      <a:pt x="88" y="37"/>
                      <a:pt x="90" y="36"/>
                    </a:cubicBezTo>
                    <a:cubicBezTo>
                      <a:pt x="90" y="36"/>
                      <a:pt x="90" y="36"/>
                      <a:pt x="91" y="36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89" y="38"/>
                      <a:pt x="89" y="39"/>
                      <a:pt x="89" y="39"/>
                    </a:cubicBezTo>
                    <a:cubicBezTo>
                      <a:pt x="82" y="43"/>
                      <a:pt x="75" y="49"/>
                      <a:pt x="68" y="54"/>
                    </a:cubicBezTo>
                    <a:cubicBezTo>
                      <a:pt x="67" y="55"/>
                      <a:pt x="66" y="55"/>
                      <a:pt x="66" y="57"/>
                    </a:cubicBezTo>
                    <a:cubicBezTo>
                      <a:pt x="66" y="59"/>
                      <a:pt x="67" y="60"/>
                      <a:pt x="68" y="60"/>
                    </a:cubicBezTo>
                    <a:cubicBezTo>
                      <a:pt x="69" y="61"/>
                      <a:pt x="71" y="62"/>
                      <a:pt x="73" y="63"/>
                    </a:cubicBezTo>
                    <a:cubicBezTo>
                      <a:pt x="73" y="63"/>
                      <a:pt x="73" y="63"/>
                      <a:pt x="73" y="63"/>
                    </a:cubicBezTo>
                    <a:cubicBezTo>
                      <a:pt x="73" y="63"/>
                      <a:pt x="73" y="63"/>
                      <a:pt x="73" y="63"/>
                    </a:cubicBezTo>
                    <a:cubicBezTo>
                      <a:pt x="72" y="65"/>
                      <a:pt x="70" y="66"/>
                      <a:pt x="69" y="66"/>
                    </a:cubicBezTo>
                    <a:cubicBezTo>
                      <a:pt x="68" y="66"/>
                      <a:pt x="67" y="66"/>
                      <a:pt x="67" y="65"/>
                    </a:cubicBezTo>
                    <a:cubicBezTo>
                      <a:pt x="65" y="63"/>
                      <a:pt x="63" y="63"/>
                      <a:pt x="60" y="63"/>
                    </a:cubicBezTo>
                    <a:cubicBezTo>
                      <a:pt x="58" y="63"/>
                      <a:pt x="56" y="63"/>
                      <a:pt x="54" y="65"/>
                    </a:cubicBezTo>
                    <a:cubicBezTo>
                      <a:pt x="53" y="66"/>
                      <a:pt x="52" y="67"/>
                      <a:pt x="50" y="68"/>
                    </a:cubicBezTo>
                    <a:cubicBezTo>
                      <a:pt x="46" y="72"/>
                      <a:pt x="42" y="74"/>
                      <a:pt x="37" y="79"/>
                    </a:cubicBezTo>
                    <a:cubicBezTo>
                      <a:pt x="40" y="81"/>
                      <a:pt x="42" y="81"/>
                      <a:pt x="44" y="84"/>
                    </a:cubicBezTo>
                    <a:cubicBezTo>
                      <a:pt x="41" y="89"/>
                      <a:pt x="37" y="91"/>
                      <a:pt x="33" y="91"/>
                    </a:cubicBezTo>
                    <a:cubicBezTo>
                      <a:pt x="31" y="91"/>
                      <a:pt x="28" y="90"/>
                      <a:pt x="26" y="88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5" y="88"/>
                      <a:pt x="25" y="88"/>
                      <a:pt x="25" y="88"/>
                    </a:cubicBezTo>
                    <a:cubicBezTo>
                      <a:pt x="25" y="88"/>
                      <a:pt x="25" y="88"/>
                      <a:pt x="25" y="88"/>
                    </a:cubicBezTo>
                    <a:cubicBezTo>
                      <a:pt x="16" y="94"/>
                      <a:pt x="8" y="101"/>
                      <a:pt x="0" y="107"/>
                    </a:cubicBezTo>
                    <a:cubicBezTo>
                      <a:pt x="9" y="105"/>
                      <a:pt x="18" y="99"/>
                      <a:pt x="27" y="95"/>
                    </a:cubicBezTo>
                    <a:cubicBezTo>
                      <a:pt x="30" y="94"/>
                      <a:pt x="32" y="93"/>
                      <a:pt x="34" y="93"/>
                    </a:cubicBezTo>
                    <a:cubicBezTo>
                      <a:pt x="35" y="93"/>
                      <a:pt x="36" y="93"/>
                      <a:pt x="37" y="94"/>
                    </a:cubicBezTo>
                    <a:cubicBezTo>
                      <a:pt x="38" y="94"/>
                      <a:pt x="39" y="93"/>
                      <a:pt x="39" y="95"/>
                    </a:cubicBezTo>
                    <a:cubicBezTo>
                      <a:pt x="39" y="96"/>
                      <a:pt x="38" y="97"/>
                      <a:pt x="37" y="97"/>
                    </a:cubicBezTo>
                    <a:cubicBezTo>
                      <a:pt x="37" y="97"/>
                      <a:pt x="37" y="97"/>
                      <a:pt x="37" y="97"/>
                    </a:cubicBezTo>
                    <a:cubicBezTo>
                      <a:pt x="37" y="97"/>
                      <a:pt x="38" y="98"/>
                      <a:pt x="38" y="98"/>
                    </a:cubicBezTo>
                    <a:cubicBezTo>
                      <a:pt x="40" y="98"/>
                      <a:pt x="42" y="94"/>
                      <a:pt x="44" y="93"/>
                    </a:cubicBezTo>
                    <a:cubicBezTo>
                      <a:pt x="44" y="93"/>
                      <a:pt x="44" y="93"/>
                      <a:pt x="44" y="93"/>
                    </a:cubicBezTo>
                    <a:cubicBezTo>
                      <a:pt x="44" y="93"/>
                      <a:pt x="44" y="93"/>
                      <a:pt x="44" y="93"/>
                    </a:cubicBezTo>
                    <a:cubicBezTo>
                      <a:pt x="46" y="93"/>
                      <a:pt x="48" y="91"/>
                      <a:pt x="50" y="90"/>
                    </a:cubicBezTo>
                    <a:cubicBezTo>
                      <a:pt x="50" y="89"/>
                      <a:pt x="50" y="89"/>
                      <a:pt x="50" y="89"/>
                    </a:cubicBezTo>
                    <a:cubicBezTo>
                      <a:pt x="51" y="89"/>
                      <a:pt x="51" y="88"/>
                      <a:pt x="51" y="88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50" y="85"/>
                      <a:pt x="47" y="88"/>
                      <a:pt x="47" y="84"/>
                    </a:cubicBezTo>
                    <a:cubicBezTo>
                      <a:pt x="48" y="81"/>
                      <a:pt x="50" y="81"/>
                      <a:pt x="52" y="80"/>
                    </a:cubicBezTo>
                    <a:cubicBezTo>
                      <a:pt x="59" y="76"/>
                      <a:pt x="65" y="71"/>
                      <a:pt x="72" y="67"/>
                    </a:cubicBezTo>
                    <a:cubicBezTo>
                      <a:pt x="73" y="67"/>
                      <a:pt x="74" y="67"/>
                      <a:pt x="74" y="67"/>
                    </a:cubicBezTo>
                    <a:cubicBezTo>
                      <a:pt x="76" y="67"/>
                      <a:pt x="77" y="68"/>
                      <a:pt x="78" y="72"/>
                    </a:cubicBezTo>
                    <a:cubicBezTo>
                      <a:pt x="80" y="72"/>
                      <a:pt x="82" y="70"/>
                      <a:pt x="84" y="68"/>
                    </a:cubicBezTo>
                    <a:cubicBezTo>
                      <a:pt x="82" y="67"/>
                      <a:pt x="80" y="66"/>
                      <a:pt x="77" y="64"/>
                    </a:cubicBezTo>
                    <a:cubicBezTo>
                      <a:pt x="77" y="64"/>
                      <a:pt x="76" y="64"/>
                      <a:pt x="76" y="63"/>
                    </a:cubicBezTo>
                    <a:cubicBezTo>
                      <a:pt x="76" y="63"/>
                      <a:pt x="76" y="63"/>
                      <a:pt x="77" y="63"/>
                    </a:cubicBezTo>
                    <a:cubicBezTo>
                      <a:pt x="82" y="59"/>
                      <a:pt x="86" y="56"/>
                      <a:pt x="90" y="53"/>
                    </a:cubicBezTo>
                    <a:cubicBezTo>
                      <a:pt x="109" y="38"/>
                      <a:pt x="127" y="23"/>
                      <a:pt x="146" y="8"/>
                    </a:cubicBezTo>
                    <a:cubicBezTo>
                      <a:pt x="149" y="6"/>
                      <a:pt x="152" y="5"/>
                      <a:pt x="155" y="0"/>
                    </a:cubicBezTo>
                    <a:cubicBezTo>
                      <a:pt x="155" y="0"/>
                      <a:pt x="155" y="0"/>
                      <a:pt x="155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49" name="Freeform 43">
                <a:extLst>
                  <a:ext uri="{FF2B5EF4-FFF2-40B4-BE49-F238E27FC236}">
                    <a16:creationId xmlns:a16="http://schemas.microsoft.com/office/drawing/2014/main" id="{F3E0852F-D356-0701-6D7D-D287CCD94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2752" y="553543"/>
                <a:ext cx="305455" cy="61059"/>
              </a:xfrm>
              <a:custGeom>
                <a:avLst/>
                <a:gdLst>
                  <a:gd name="T0" fmla="*/ 37 w 97"/>
                  <a:gd name="T1" fmla="*/ 0 h 27"/>
                  <a:gd name="T2" fmla="*/ 37 w 97"/>
                  <a:gd name="T3" fmla="*/ 0 h 27"/>
                  <a:gd name="T4" fmla="*/ 33 w 97"/>
                  <a:gd name="T5" fmla="*/ 1 h 27"/>
                  <a:gd name="T6" fmla="*/ 0 w 97"/>
                  <a:gd name="T7" fmla="*/ 16 h 27"/>
                  <a:gd name="T8" fmla="*/ 9 w 97"/>
                  <a:gd name="T9" fmla="*/ 20 h 27"/>
                  <a:gd name="T10" fmla="*/ 61 w 97"/>
                  <a:gd name="T11" fmla="*/ 27 h 27"/>
                  <a:gd name="T12" fmla="*/ 76 w 97"/>
                  <a:gd name="T13" fmla="*/ 26 h 27"/>
                  <a:gd name="T14" fmla="*/ 82 w 97"/>
                  <a:gd name="T15" fmla="*/ 25 h 27"/>
                  <a:gd name="T16" fmla="*/ 95 w 97"/>
                  <a:gd name="T17" fmla="*/ 12 h 27"/>
                  <a:gd name="T18" fmla="*/ 96 w 97"/>
                  <a:gd name="T19" fmla="*/ 8 h 27"/>
                  <a:gd name="T20" fmla="*/ 95 w 97"/>
                  <a:gd name="T21" fmla="*/ 6 h 27"/>
                  <a:gd name="T22" fmla="*/ 95 w 97"/>
                  <a:gd name="T23" fmla="*/ 6 h 27"/>
                  <a:gd name="T24" fmla="*/ 94 w 97"/>
                  <a:gd name="T25" fmla="*/ 6 h 27"/>
                  <a:gd name="T26" fmla="*/ 94 w 97"/>
                  <a:gd name="T27" fmla="*/ 6 h 27"/>
                  <a:gd name="T28" fmla="*/ 91 w 97"/>
                  <a:gd name="T29" fmla="*/ 6 h 27"/>
                  <a:gd name="T30" fmla="*/ 83 w 97"/>
                  <a:gd name="T31" fmla="*/ 7 h 27"/>
                  <a:gd name="T32" fmla="*/ 74 w 97"/>
                  <a:gd name="T33" fmla="*/ 7 h 27"/>
                  <a:gd name="T34" fmla="*/ 68 w 97"/>
                  <a:gd name="T35" fmla="*/ 7 h 27"/>
                  <a:gd name="T36" fmla="*/ 37 w 97"/>
                  <a:gd name="T3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7" h="27"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6" y="0"/>
                      <a:pt x="34" y="1"/>
                      <a:pt x="33" y="1"/>
                    </a:cubicBezTo>
                    <a:cubicBezTo>
                      <a:pt x="22" y="4"/>
                      <a:pt x="11" y="10"/>
                      <a:pt x="0" y="16"/>
                    </a:cubicBezTo>
                    <a:cubicBezTo>
                      <a:pt x="3" y="21"/>
                      <a:pt x="6" y="19"/>
                      <a:pt x="9" y="20"/>
                    </a:cubicBezTo>
                    <a:cubicBezTo>
                      <a:pt x="27" y="25"/>
                      <a:pt x="44" y="27"/>
                      <a:pt x="61" y="27"/>
                    </a:cubicBezTo>
                    <a:cubicBezTo>
                      <a:pt x="66" y="27"/>
                      <a:pt x="71" y="27"/>
                      <a:pt x="76" y="26"/>
                    </a:cubicBezTo>
                    <a:cubicBezTo>
                      <a:pt x="78" y="26"/>
                      <a:pt x="80" y="25"/>
                      <a:pt x="82" y="25"/>
                    </a:cubicBezTo>
                    <a:cubicBezTo>
                      <a:pt x="86" y="19"/>
                      <a:pt x="91" y="18"/>
                      <a:pt x="95" y="12"/>
                    </a:cubicBezTo>
                    <a:cubicBezTo>
                      <a:pt x="95" y="11"/>
                      <a:pt x="97" y="10"/>
                      <a:pt x="96" y="8"/>
                    </a:cubicBezTo>
                    <a:cubicBezTo>
                      <a:pt x="96" y="7"/>
                      <a:pt x="96" y="6"/>
                      <a:pt x="95" y="6"/>
                    </a:cubicBezTo>
                    <a:cubicBezTo>
                      <a:pt x="95" y="6"/>
                      <a:pt x="95" y="6"/>
                      <a:pt x="95" y="6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93" y="6"/>
                      <a:pt x="92" y="6"/>
                      <a:pt x="91" y="6"/>
                    </a:cubicBezTo>
                    <a:cubicBezTo>
                      <a:pt x="88" y="6"/>
                      <a:pt x="85" y="7"/>
                      <a:pt x="83" y="7"/>
                    </a:cubicBezTo>
                    <a:cubicBezTo>
                      <a:pt x="80" y="7"/>
                      <a:pt x="77" y="7"/>
                      <a:pt x="74" y="7"/>
                    </a:cubicBezTo>
                    <a:cubicBezTo>
                      <a:pt x="72" y="7"/>
                      <a:pt x="70" y="7"/>
                      <a:pt x="68" y="7"/>
                    </a:cubicBezTo>
                    <a:cubicBezTo>
                      <a:pt x="58" y="5"/>
                      <a:pt x="47" y="7"/>
                      <a:pt x="37" y="0"/>
                    </a:cubicBezTo>
                  </a:path>
                </a:pathLst>
              </a:custGeom>
              <a:solidFill>
                <a:srgbClr val="FDFEFE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0" name="Freeform 44">
                <a:extLst>
                  <a:ext uri="{FF2B5EF4-FFF2-40B4-BE49-F238E27FC236}">
                    <a16:creationId xmlns:a16="http://schemas.microsoft.com/office/drawing/2014/main" id="{C4994762-8517-5D42-04DA-BC2AC77E3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102" y="503585"/>
                <a:ext cx="269610" cy="41076"/>
              </a:xfrm>
              <a:custGeom>
                <a:avLst/>
                <a:gdLst>
                  <a:gd name="T0" fmla="*/ 51 w 86"/>
                  <a:gd name="T1" fmla="*/ 0 h 18"/>
                  <a:gd name="T2" fmla="*/ 16 w 86"/>
                  <a:gd name="T3" fmla="*/ 5 h 18"/>
                  <a:gd name="T4" fmla="*/ 0 w 86"/>
                  <a:gd name="T5" fmla="*/ 11 h 18"/>
                  <a:gd name="T6" fmla="*/ 0 w 86"/>
                  <a:gd name="T7" fmla="*/ 11 h 18"/>
                  <a:gd name="T8" fmla="*/ 5 w 86"/>
                  <a:gd name="T9" fmla="*/ 12 h 18"/>
                  <a:gd name="T10" fmla="*/ 7 w 86"/>
                  <a:gd name="T11" fmla="*/ 12 h 18"/>
                  <a:gd name="T12" fmla="*/ 10 w 86"/>
                  <a:gd name="T13" fmla="*/ 10 h 18"/>
                  <a:gd name="T14" fmla="*/ 10 w 86"/>
                  <a:gd name="T15" fmla="*/ 17 h 18"/>
                  <a:gd name="T16" fmla="*/ 10 w 86"/>
                  <a:gd name="T17" fmla="*/ 17 h 18"/>
                  <a:gd name="T18" fmla="*/ 19 w 86"/>
                  <a:gd name="T19" fmla="*/ 16 h 18"/>
                  <a:gd name="T20" fmla="*/ 21 w 86"/>
                  <a:gd name="T21" fmla="*/ 16 h 18"/>
                  <a:gd name="T22" fmla="*/ 21 w 86"/>
                  <a:gd name="T23" fmla="*/ 16 h 18"/>
                  <a:gd name="T24" fmla="*/ 43 w 86"/>
                  <a:gd name="T25" fmla="*/ 16 h 18"/>
                  <a:gd name="T26" fmla="*/ 43 w 86"/>
                  <a:gd name="T27" fmla="*/ 16 h 18"/>
                  <a:gd name="T28" fmla="*/ 43 w 86"/>
                  <a:gd name="T29" fmla="*/ 16 h 18"/>
                  <a:gd name="T30" fmla="*/ 58 w 86"/>
                  <a:gd name="T31" fmla="*/ 18 h 18"/>
                  <a:gd name="T32" fmla="*/ 58 w 86"/>
                  <a:gd name="T33" fmla="*/ 18 h 18"/>
                  <a:gd name="T34" fmla="*/ 60 w 86"/>
                  <a:gd name="T35" fmla="*/ 14 h 18"/>
                  <a:gd name="T36" fmla="*/ 61 w 86"/>
                  <a:gd name="T37" fmla="*/ 14 h 18"/>
                  <a:gd name="T38" fmla="*/ 64 w 86"/>
                  <a:gd name="T39" fmla="*/ 15 h 18"/>
                  <a:gd name="T40" fmla="*/ 74 w 86"/>
                  <a:gd name="T41" fmla="*/ 13 h 18"/>
                  <a:gd name="T42" fmla="*/ 86 w 86"/>
                  <a:gd name="T43" fmla="*/ 5 h 18"/>
                  <a:gd name="T44" fmla="*/ 86 w 86"/>
                  <a:gd name="T45" fmla="*/ 5 h 18"/>
                  <a:gd name="T46" fmla="*/ 61 w 86"/>
                  <a:gd name="T47" fmla="*/ 1 h 18"/>
                  <a:gd name="T48" fmla="*/ 51 w 86"/>
                  <a:gd name="T4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6" h="18">
                    <a:moveTo>
                      <a:pt x="51" y="0"/>
                    </a:moveTo>
                    <a:cubicBezTo>
                      <a:pt x="39" y="0"/>
                      <a:pt x="27" y="2"/>
                      <a:pt x="16" y="5"/>
                    </a:cubicBezTo>
                    <a:cubicBezTo>
                      <a:pt x="10" y="7"/>
                      <a:pt x="5" y="7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4" y="12"/>
                      <a:pt x="5" y="12"/>
                    </a:cubicBezTo>
                    <a:cubicBezTo>
                      <a:pt x="6" y="12"/>
                      <a:pt x="7" y="12"/>
                      <a:pt x="7" y="12"/>
                    </a:cubicBezTo>
                    <a:cubicBezTo>
                      <a:pt x="8" y="11"/>
                      <a:pt x="9" y="10"/>
                      <a:pt x="10" y="10"/>
                    </a:cubicBezTo>
                    <a:cubicBezTo>
                      <a:pt x="11" y="10"/>
                      <a:pt x="11" y="14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3" y="17"/>
                      <a:pt x="16" y="16"/>
                      <a:pt x="19" y="16"/>
                    </a:cubicBezTo>
                    <a:cubicBezTo>
                      <a:pt x="20" y="16"/>
                      <a:pt x="21" y="16"/>
                      <a:pt x="21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8" y="16"/>
                      <a:pt x="35" y="16"/>
                      <a:pt x="43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8" y="17"/>
                      <a:pt x="53" y="17"/>
                      <a:pt x="58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5"/>
                      <a:pt x="59" y="14"/>
                      <a:pt x="60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2" y="15"/>
                      <a:pt x="63" y="15"/>
                      <a:pt x="64" y="15"/>
                    </a:cubicBezTo>
                    <a:cubicBezTo>
                      <a:pt x="67" y="15"/>
                      <a:pt x="71" y="14"/>
                      <a:pt x="74" y="13"/>
                    </a:cubicBezTo>
                    <a:cubicBezTo>
                      <a:pt x="78" y="11"/>
                      <a:pt x="82" y="11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78" y="1"/>
                      <a:pt x="69" y="2"/>
                      <a:pt x="61" y="1"/>
                    </a:cubicBezTo>
                    <a:cubicBezTo>
                      <a:pt x="58" y="0"/>
                      <a:pt x="54" y="0"/>
                      <a:pt x="51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1" name="Freeform 45">
                <a:extLst>
                  <a:ext uri="{FF2B5EF4-FFF2-40B4-BE49-F238E27FC236}">
                    <a16:creationId xmlns:a16="http://schemas.microsoft.com/office/drawing/2014/main" id="{FBABA24B-53A9-D493-098A-64E393E87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830" y="602390"/>
                <a:ext cx="263377" cy="43297"/>
              </a:xfrm>
              <a:custGeom>
                <a:avLst/>
                <a:gdLst>
                  <a:gd name="T0" fmla="*/ 16 w 84"/>
                  <a:gd name="T1" fmla="*/ 0 h 19"/>
                  <a:gd name="T2" fmla="*/ 14 w 84"/>
                  <a:gd name="T3" fmla="*/ 0 h 19"/>
                  <a:gd name="T4" fmla="*/ 14 w 84"/>
                  <a:gd name="T5" fmla="*/ 0 h 19"/>
                  <a:gd name="T6" fmla="*/ 14 w 84"/>
                  <a:gd name="T7" fmla="*/ 0 h 19"/>
                  <a:gd name="T8" fmla="*/ 0 w 84"/>
                  <a:gd name="T9" fmla="*/ 8 h 19"/>
                  <a:gd name="T10" fmla="*/ 0 w 84"/>
                  <a:gd name="T11" fmla="*/ 8 h 19"/>
                  <a:gd name="T12" fmla="*/ 3 w 84"/>
                  <a:gd name="T13" fmla="*/ 13 h 19"/>
                  <a:gd name="T14" fmla="*/ 4 w 84"/>
                  <a:gd name="T15" fmla="*/ 12 h 19"/>
                  <a:gd name="T16" fmla="*/ 5 w 84"/>
                  <a:gd name="T17" fmla="*/ 12 h 19"/>
                  <a:gd name="T18" fmla="*/ 6 w 84"/>
                  <a:gd name="T19" fmla="*/ 12 h 19"/>
                  <a:gd name="T20" fmla="*/ 37 w 84"/>
                  <a:gd name="T21" fmla="*/ 18 h 19"/>
                  <a:gd name="T22" fmla="*/ 48 w 84"/>
                  <a:gd name="T23" fmla="*/ 19 h 19"/>
                  <a:gd name="T24" fmla="*/ 81 w 84"/>
                  <a:gd name="T25" fmla="*/ 14 h 19"/>
                  <a:gd name="T26" fmla="*/ 84 w 84"/>
                  <a:gd name="T27" fmla="*/ 10 h 19"/>
                  <a:gd name="T28" fmla="*/ 81 w 84"/>
                  <a:gd name="T29" fmla="*/ 9 h 19"/>
                  <a:gd name="T30" fmla="*/ 80 w 84"/>
                  <a:gd name="T31" fmla="*/ 9 h 19"/>
                  <a:gd name="T32" fmla="*/ 78 w 84"/>
                  <a:gd name="T33" fmla="*/ 9 h 19"/>
                  <a:gd name="T34" fmla="*/ 75 w 84"/>
                  <a:gd name="T35" fmla="*/ 8 h 19"/>
                  <a:gd name="T36" fmla="*/ 75 w 84"/>
                  <a:gd name="T37" fmla="*/ 8 h 19"/>
                  <a:gd name="T38" fmla="*/ 71 w 84"/>
                  <a:gd name="T39" fmla="*/ 8 h 19"/>
                  <a:gd name="T40" fmla="*/ 32 w 84"/>
                  <a:gd name="T41" fmla="*/ 3 h 19"/>
                  <a:gd name="T42" fmla="*/ 16 w 84"/>
                  <a:gd name="T4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4" h="19">
                    <a:moveTo>
                      <a:pt x="16" y="0"/>
                    </a:move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2"/>
                      <a:pt x="5" y="5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1" y="13"/>
                      <a:pt x="3" y="13"/>
                    </a:cubicBezTo>
                    <a:cubicBezTo>
                      <a:pt x="3" y="13"/>
                      <a:pt x="3" y="13"/>
                      <a:pt x="4" y="12"/>
                    </a:cubicBezTo>
                    <a:cubicBezTo>
                      <a:pt x="4" y="12"/>
                      <a:pt x="5" y="12"/>
                      <a:pt x="5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16" y="16"/>
                      <a:pt x="26" y="18"/>
                      <a:pt x="37" y="18"/>
                    </a:cubicBezTo>
                    <a:cubicBezTo>
                      <a:pt x="40" y="18"/>
                      <a:pt x="44" y="19"/>
                      <a:pt x="48" y="19"/>
                    </a:cubicBezTo>
                    <a:cubicBezTo>
                      <a:pt x="59" y="19"/>
                      <a:pt x="70" y="18"/>
                      <a:pt x="81" y="14"/>
                    </a:cubicBezTo>
                    <a:cubicBezTo>
                      <a:pt x="82" y="13"/>
                      <a:pt x="83" y="13"/>
                      <a:pt x="84" y="10"/>
                    </a:cubicBezTo>
                    <a:cubicBezTo>
                      <a:pt x="83" y="9"/>
                      <a:pt x="82" y="9"/>
                      <a:pt x="81" y="9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79" y="9"/>
                      <a:pt x="79" y="9"/>
                      <a:pt x="78" y="9"/>
                    </a:cubicBezTo>
                    <a:cubicBezTo>
                      <a:pt x="77" y="9"/>
                      <a:pt x="76" y="9"/>
                      <a:pt x="75" y="8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73" y="8"/>
                      <a:pt x="72" y="8"/>
                      <a:pt x="71" y="8"/>
                    </a:cubicBezTo>
                    <a:cubicBezTo>
                      <a:pt x="58" y="8"/>
                      <a:pt x="45" y="5"/>
                      <a:pt x="32" y="3"/>
                    </a:cubicBezTo>
                    <a:cubicBezTo>
                      <a:pt x="26" y="2"/>
                      <a:pt x="21" y="0"/>
                      <a:pt x="16" y="0"/>
                    </a:cubicBezTo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2" name="Freeform 46">
                <a:extLst>
                  <a:ext uri="{FF2B5EF4-FFF2-40B4-BE49-F238E27FC236}">
                    <a16:creationId xmlns:a16="http://schemas.microsoft.com/office/drawing/2014/main" id="{5DD78FC8-9A5B-A2F5-0517-7A9111B5B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466" y="589068"/>
                <a:ext cx="297662" cy="32195"/>
              </a:xfrm>
              <a:custGeom>
                <a:avLst/>
                <a:gdLst>
                  <a:gd name="T0" fmla="*/ 11 w 95"/>
                  <a:gd name="T1" fmla="*/ 0 h 14"/>
                  <a:gd name="T2" fmla="*/ 0 w 95"/>
                  <a:gd name="T3" fmla="*/ 6 h 14"/>
                  <a:gd name="T4" fmla="*/ 0 w 95"/>
                  <a:gd name="T5" fmla="*/ 6 h 14"/>
                  <a:gd name="T6" fmla="*/ 2 w 95"/>
                  <a:gd name="T7" fmla="*/ 6 h 14"/>
                  <a:gd name="T8" fmla="*/ 18 w 95"/>
                  <a:gd name="T9" fmla="*/ 9 h 14"/>
                  <a:gd name="T10" fmla="*/ 57 w 95"/>
                  <a:gd name="T11" fmla="*/ 14 h 14"/>
                  <a:gd name="T12" fmla="*/ 61 w 95"/>
                  <a:gd name="T13" fmla="*/ 14 h 14"/>
                  <a:gd name="T14" fmla="*/ 61 w 95"/>
                  <a:gd name="T15" fmla="*/ 14 h 14"/>
                  <a:gd name="T16" fmla="*/ 72 w 95"/>
                  <a:gd name="T17" fmla="*/ 14 h 14"/>
                  <a:gd name="T18" fmla="*/ 73 w 95"/>
                  <a:gd name="T19" fmla="*/ 14 h 14"/>
                  <a:gd name="T20" fmla="*/ 76 w 95"/>
                  <a:gd name="T21" fmla="*/ 14 h 14"/>
                  <a:gd name="T22" fmla="*/ 78 w 95"/>
                  <a:gd name="T23" fmla="*/ 14 h 14"/>
                  <a:gd name="T24" fmla="*/ 84 w 95"/>
                  <a:gd name="T25" fmla="*/ 13 h 14"/>
                  <a:gd name="T26" fmla="*/ 95 w 95"/>
                  <a:gd name="T27" fmla="*/ 9 h 14"/>
                  <a:gd name="T28" fmla="*/ 93 w 95"/>
                  <a:gd name="T29" fmla="*/ 9 h 14"/>
                  <a:gd name="T30" fmla="*/ 93 w 95"/>
                  <a:gd name="T31" fmla="*/ 9 h 14"/>
                  <a:gd name="T32" fmla="*/ 87 w 95"/>
                  <a:gd name="T33" fmla="*/ 10 h 14"/>
                  <a:gd name="T34" fmla="*/ 72 w 95"/>
                  <a:gd name="T35" fmla="*/ 11 h 14"/>
                  <a:gd name="T36" fmla="*/ 20 w 95"/>
                  <a:gd name="T37" fmla="*/ 4 h 14"/>
                  <a:gd name="T38" fmla="*/ 11 w 95"/>
                  <a:gd name="T39" fmla="*/ 0 h 14"/>
                  <a:gd name="T40" fmla="*/ 11 w 95"/>
                  <a:gd name="T4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5" h="14">
                    <a:moveTo>
                      <a:pt x="11" y="0"/>
                    </a:moveTo>
                    <a:cubicBezTo>
                      <a:pt x="7" y="3"/>
                      <a:pt x="4" y="4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1" y="6"/>
                      <a:pt x="2" y="6"/>
                    </a:cubicBezTo>
                    <a:cubicBezTo>
                      <a:pt x="7" y="6"/>
                      <a:pt x="12" y="8"/>
                      <a:pt x="18" y="9"/>
                    </a:cubicBezTo>
                    <a:cubicBezTo>
                      <a:pt x="31" y="11"/>
                      <a:pt x="44" y="14"/>
                      <a:pt x="57" y="14"/>
                    </a:cubicBezTo>
                    <a:cubicBezTo>
                      <a:pt x="58" y="14"/>
                      <a:pt x="59" y="14"/>
                      <a:pt x="61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5" y="14"/>
                      <a:pt x="68" y="14"/>
                      <a:pt x="72" y="14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4" y="14"/>
                      <a:pt x="75" y="14"/>
                      <a:pt x="76" y="14"/>
                    </a:cubicBezTo>
                    <a:cubicBezTo>
                      <a:pt x="77" y="14"/>
                      <a:pt x="78" y="14"/>
                      <a:pt x="78" y="14"/>
                    </a:cubicBezTo>
                    <a:cubicBezTo>
                      <a:pt x="80" y="14"/>
                      <a:pt x="82" y="13"/>
                      <a:pt x="84" y="13"/>
                    </a:cubicBezTo>
                    <a:cubicBezTo>
                      <a:pt x="87" y="11"/>
                      <a:pt x="91" y="13"/>
                      <a:pt x="95" y="9"/>
                    </a:cubicBezTo>
                    <a:cubicBezTo>
                      <a:pt x="94" y="9"/>
                      <a:pt x="94" y="9"/>
                      <a:pt x="93" y="9"/>
                    </a:cubicBezTo>
                    <a:cubicBezTo>
                      <a:pt x="93" y="9"/>
                      <a:pt x="93" y="9"/>
                      <a:pt x="93" y="9"/>
                    </a:cubicBezTo>
                    <a:cubicBezTo>
                      <a:pt x="91" y="9"/>
                      <a:pt x="89" y="10"/>
                      <a:pt x="87" y="10"/>
                    </a:cubicBezTo>
                    <a:cubicBezTo>
                      <a:pt x="82" y="11"/>
                      <a:pt x="77" y="11"/>
                      <a:pt x="72" y="11"/>
                    </a:cubicBezTo>
                    <a:cubicBezTo>
                      <a:pt x="55" y="11"/>
                      <a:pt x="38" y="9"/>
                      <a:pt x="20" y="4"/>
                    </a:cubicBezTo>
                    <a:cubicBezTo>
                      <a:pt x="17" y="3"/>
                      <a:pt x="14" y="5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3" name="Freeform 47">
                <a:extLst>
                  <a:ext uri="{FF2B5EF4-FFF2-40B4-BE49-F238E27FC236}">
                    <a16:creationId xmlns:a16="http://schemas.microsoft.com/office/drawing/2014/main" id="{640B9C96-3DDE-C555-B8CA-6646D4F07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557" y="540221"/>
                <a:ext cx="68571" cy="6661"/>
              </a:xfrm>
              <a:custGeom>
                <a:avLst/>
                <a:gdLst>
                  <a:gd name="T0" fmla="*/ 22 w 22"/>
                  <a:gd name="T1" fmla="*/ 0 h 3"/>
                  <a:gd name="T2" fmla="*/ 0 w 22"/>
                  <a:gd name="T3" fmla="*/ 0 h 3"/>
                  <a:gd name="T4" fmla="*/ 0 w 22"/>
                  <a:gd name="T5" fmla="*/ 0 h 3"/>
                  <a:gd name="T6" fmla="*/ 2 w 22"/>
                  <a:gd name="T7" fmla="*/ 3 h 3"/>
                  <a:gd name="T8" fmla="*/ 11 w 22"/>
                  <a:gd name="T9" fmla="*/ 3 h 3"/>
                  <a:gd name="T10" fmla="*/ 19 w 22"/>
                  <a:gd name="T11" fmla="*/ 3 h 3"/>
                  <a:gd name="T12" fmla="*/ 19 w 22"/>
                  <a:gd name="T13" fmla="*/ 3 h 3"/>
                  <a:gd name="T14" fmla="*/ 22 w 22"/>
                  <a:gd name="T15" fmla="*/ 0 h 3"/>
                  <a:gd name="T16" fmla="*/ 22 w 22"/>
                  <a:gd name="T1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3">
                    <a:moveTo>
                      <a:pt x="22" y="0"/>
                    </a:moveTo>
                    <a:cubicBezTo>
                      <a:pt x="14" y="0"/>
                      <a:pt x="7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5" y="3"/>
                      <a:pt x="8" y="3"/>
                      <a:pt x="11" y="3"/>
                    </a:cubicBezTo>
                    <a:cubicBezTo>
                      <a:pt x="14" y="3"/>
                      <a:pt x="17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21" y="3"/>
                      <a:pt x="21" y="3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solidFill>
                <a:srgbClr val="FDFEFE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4" name="Freeform 48">
                <a:extLst>
                  <a:ext uri="{FF2B5EF4-FFF2-40B4-BE49-F238E27FC236}">
                    <a16:creationId xmlns:a16="http://schemas.microsoft.com/office/drawing/2014/main" id="{2655796E-3B68-0943-FBA5-D3421E429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830" y="533560"/>
                <a:ext cx="130909" cy="51068"/>
              </a:xfrm>
              <a:custGeom>
                <a:avLst/>
                <a:gdLst>
                  <a:gd name="T0" fmla="*/ 28 w 42"/>
                  <a:gd name="T1" fmla="*/ 0 h 23"/>
                  <a:gd name="T2" fmla="*/ 27 w 42"/>
                  <a:gd name="T3" fmla="*/ 0 h 23"/>
                  <a:gd name="T4" fmla="*/ 27 w 42"/>
                  <a:gd name="T5" fmla="*/ 0 h 23"/>
                  <a:gd name="T6" fmla="*/ 0 w 42"/>
                  <a:gd name="T7" fmla="*/ 14 h 23"/>
                  <a:gd name="T8" fmla="*/ 17 w 42"/>
                  <a:gd name="T9" fmla="*/ 23 h 23"/>
                  <a:gd name="T10" fmla="*/ 17 w 42"/>
                  <a:gd name="T11" fmla="*/ 23 h 23"/>
                  <a:gd name="T12" fmla="*/ 41 w 42"/>
                  <a:gd name="T13" fmla="*/ 9 h 23"/>
                  <a:gd name="T14" fmla="*/ 41 w 42"/>
                  <a:gd name="T15" fmla="*/ 9 h 23"/>
                  <a:gd name="T16" fmla="*/ 41 w 42"/>
                  <a:gd name="T17" fmla="*/ 9 h 23"/>
                  <a:gd name="T18" fmla="*/ 40 w 42"/>
                  <a:gd name="T19" fmla="*/ 5 h 23"/>
                  <a:gd name="T20" fmla="*/ 28 w 42"/>
                  <a:gd name="T2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" h="23">
                    <a:moveTo>
                      <a:pt x="28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8" y="3"/>
                      <a:pt x="9" y="9"/>
                      <a:pt x="0" y="14"/>
                    </a:cubicBezTo>
                    <a:cubicBezTo>
                      <a:pt x="5" y="20"/>
                      <a:pt x="11" y="20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25" y="19"/>
                      <a:pt x="33" y="14"/>
                      <a:pt x="41" y="9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2" y="7"/>
                      <a:pt x="41" y="5"/>
                      <a:pt x="40" y="5"/>
                    </a:cubicBezTo>
                    <a:cubicBezTo>
                      <a:pt x="36" y="5"/>
                      <a:pt x="32" y="0"/>
                      <a:pt x="28" y="0"/>
                    </a:cubicBezTo>
                  </a:path>
                </a:pathLst>
              </a:custGeom>
              <a:solidFill>
                <a:srgbClr val="FEFEFF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5" name="Freeform 49">
                <a:extLst>
                  <a:ext uri="{FF2B5EF4-FFF2-40B4-BE49-F238E27FC236}">
                    <a16:creationId xmlns:a16="http://schemas.microsoft.com/office/drawing/2014/main" id="{0A7E47EB-1502-D274-96AE-F4555A635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985" y="515797"/>
                <a:ext cx="104416" cy="37746"/>
              </a:xfrm>
              <a:custGeom>
                <a:avLst/>
                <a:gdLst>
                  <a:gd name="T0" fmla="*/ 13 w 33"/>
                  <a:gd name="T1" fmla="*/ 0 h 17"/>
                  <a:gd name="T2" fmla="*/ 13 w 33"/>
                  <a:gd name="T3" fmla="*/ 0 h 17"/>
                  <a:gd name="T4" fmla="*/ 10 w 33"/>
                  <a:gd name="T5" fmla="*/ 2 h 17"/>
                  <a:gd name="T6" fmla="*/ 10 w 33"/>
                  <a:gd name="T7" fmla="*/ 2 h 17"/>
                  <a:gd name="T8" fmla="*/ 10 w 33"/>
                  <a:gd name="T9" fmla="*/ 2 h 17"/>
                  <a:gd name="T10" fmla="*/ 0 w 33"/>
                  <a:gd name="T11" fmla="*/ 8 h 17"/>
                  <a:gd name="T12" fmla="*/ 0 w 33"/>
                  <a:gd name="T13" fmla="*/ 8 h 17"/>
                  <a:gd name="T14" fmla="*/ 0 w 33"/>
                  <a:gd name="T15" fmla="*/ 8 h 17"/>
                  <a:gd name="T16" fmla="*/ 1 w 33"/>
                  <a:gd name="T17" fmla="*/ 8 h 17"/>
                  <a:gd name="T18" fmla="*/ 13 w 33"/>
                  <a:gd name="T19" fmla="*/ 13 h 17"/>
                  <a:gd name="T20" fmla="*/ 14 w 33"/>
                  <a:gd name="T21" fmla="*/ 17 h 17"/>
                  <a:gd name="T22" fmla="*/ 14 w 33"/>
                  <a:gd name="T23" fmla="*/ 17 h 17"/>
                  <a:gd name="T24" fmla="*/ 33 w 33"/>
                  <a:gd name="T25" fmla="*/ 8 h 17"/>
                  <a:gd name="T26" fmla="*/ 33 w 33"/>
                  <a:gd name="T27" fmla="*/ 8 h 17"/>
                  <a:gd name="T28" fmla="*/ 32 w 33"/>
                  <a:gd name="T29" fmla="*/ 8 h 17"/>
                  <a:gd name="T30" fmla="*/ 30 w 33"/>
                  <a:gd name="T31" fmla="*/ 8 h 17"/>
                  <a:gd name="T32" fmla="*/ 28 w 33"/>
                  <a:gd name="T33" fmla="*/ 8 h 17"/>
                  <a:gd name="T34" fmla="*/ 21 w 33"/>
                  <a:gd name="T35" fmla="*/ 6 h 17"/>
                  <a:gd name="T36" fmla="*/ 13 w 33"/>
                  <a:gd name="T3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3" h="17">
                    <a:moveTo>
                      <a:pt x="13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2" y="1"/>
                      <a:pt x="11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7" y="5"/>
                      <a:pt x="3" y="4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1" y="8"/>
                    </a:cubicBezTo>
                    <a:cubicBezTo>
                      <a:pt x="5" y="8"/>
                      <a:pt x="9" y="13"/>
                      <a:pt x="13" y="13"/>
                    </a:cubicBezTo>
                    <a:cubicBezTo>
                      <a:pt x="14" y="13"/>
                      <a:pt x="15" y="15"/>
                      <a:pt x="14" y="1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20" y="14"/>
                      <a:pt x="27" y="11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8"/>
                      <a:pt x="32" y="8"/>
                      <a:pt x="32" y="8"/>
                    </a:cubicBezTo>
                    <a:cubicBezTo>
                      <a:pt x="31" y="8"/>
                      <a:pt x="31" y="8"/>
                      <a:pt x="30" y="8"/>
                    </a:cubicBezTo>
                    <a:cubicBezTo>
                      <a:pt x="29" y="8"/>
                      <a:pt x="28" y="8"/>
                      <a:pt x="28" y="8"/>
                    </a:cubicBezTo>
                    <a:cubicBezTo>
                      <a:pt x="25" y="8"/>
                      <a:pt x="23" y="8"/>
                      <a:pt x="21" y="6"/>
                    </a:cubicBezTo>
                    <a:cubicBezTo>
                      <a:pt x="18" y="4"/>
                      <a:pt x="15" y="7"/>
                      <a:pt x="13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6" name="Freeform 50">
                <a:extLst>
                  <a:ext uri="{FF2B5EF4-FFF2-40B4-BE49-F238E27FC236}">
                    <a16:creationId xmlns:a16="http://schemas.microsoft.com/office/drawing/2014/main" id="{9AB55B4C-694F-8692-656D-1B432C4AA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219" y="564645"/>
                <a:ext cx="194805" cy="65500"/>
              </a:xfrm>
              <a:custGeom>
                <a:avLst/>
                <a:gdLst>
                  <a:gd name="T0" fmla="*/ 57 w 62"/>
                  <a:gd name="T1" fmla="*/ 0 h 29"/>
                  <a:gd name="T2" fmla="*/ 50 w 62"/>
                  <a:gd name="T3" fmla="*/ 2 h 29"/>
                  <a:gd name="T4" fmla="*/ 23 w 62"/>
                  <a:gd name="T5" fmla="*/ 14 h 29"/>
                  <a:gd name="T6" fmla="*/ 23 w 62"/>
                  <a:gd name="T7" fmla="*/ 14 h 29"/>
                  <a:gd name="T8" fmla="*/ 7 w 62"/>
                  <a:gd name="T9" fmla="*/ 22 h 29"/>
                  <a:gd name="T10" fmla="*/ 7 w 62"/>
                  <a:gd name="T11" fmla="*/ 22 h 29"/>
                  <a:gd name="T12" fmla="*/ 7 w 62"/>
                  <a:gd name="T13" fmla="*/ 22 h 29"/>
                  <a:gd name="T14" fmla="*/ 3 w 62"/>
                  <a:gd name="T15" fmla="*/ 26 h 29"/>
                  <a:gd name="T16" fmla="*/ 0 w 62"/>
                  <a:gd name="T17" fmla="*/ 29 h 29"/>
                  <a:gd name="T18" fmla="*/ 0 w 62"/>
                  <a:gd name="T19" fmla="*/ 29 h 29"/>
                  <a:gd name="T20" fmla="*/ 1 w 62"/>
                  <a:gd name="T21" fmla="*/ 29 h 29"/>
                  <a:gd name="T22" fmla="*/ 5 w 62"/>
                  <a:gd name="T23" fmla="*/ 28 h 29"/>
                  <a:gd name="T24" fmla="*/ 60 w 62"/>
                  <a:gd name="T25" fmla="*/ 4 h 29"/>
                  <a:gd name="T26" fmla="*/ 60 w 62"/>
                  <a:gd name="T27" fmla="*/ 4 h 29"/>
                  <a:gd name="T28" fmla="*/ 62 w 62"/>
                  <a:gd name="T29" fmla="*/ 2 h 29"/>
                  <a:gd name="T30" fmla="*/ 60 w 62"/>
                  <a:gd name="T31" fmla="*/ 1 h 29"/>
                  <a:gd name="T32" fmla="*/ 57 w 62"/>
                  <a:gd name="T3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29">
                    <a:moveTo>
                      <a:pt x="57" y="0"/>
                    </a:moveTo>
                    <a:cubicBezTo>
                      <a:pt x="55" y="0"/>
                      <a:pt x="53" y="1"/>
                      <a:pt x="50" y="2"/>
                    </a:cubicBezTo>
                    <a:cubicBezTo>
                      <a:pt x="41" y="6"/>
                      <a:pt x="32" y="12"/>
                      <a:pt x="23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18" y="16"/>
                      <a:pt x="13" y="20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6"/>
                      <a:pt x="4" y="24"/>
                      <a:pt x="3" y="26"/>
                    </a:cubicBezTo>
                    <a:cubicBezTo>
                      <a:pt x="2" y="27"/>
                      <a:pt x="0" y="25"/>
                      <a:pt x="0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1" y="29"/>
                      <a:pt x="1" y="29"/>
                    </a:cubicBezTo>
                    <a:cubicBezTo>
                      <a:pt x="2" y="29"/>
                      <a:pt x="4" y="28"/>
                      <a:pt x="5" y="28"/>
                    </a:cubicBezTo>
                    <a:cubicBezTo>
                      <a:pt x="24" y="22"/>
                      <a:pt x="42" y="14"/>
                      <a:pt x="60" y="4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1" y="4"/>
                      <a:pt x="62" y="3"/>
                      <a:pt x="62" y="2"/>
                    </a:cubicBezTo>
                    <a:cubicBezTo>
                      <a:pt x="62" y="0"/>
                      <a:pt x="61" y="1"/>
                      <a:pt x="60" y="1"/>
                    </a:cubicBezTo>
                    <a:cubicBezTo>
                      <a:pt x="59" y="0"/>
                      <a:pt x="58" y="0"/>
                      <a:pt x="57" y="0"/>
                    </a:cubicBezTo>
                  </a:path>
                </a:pathLst>
              </a:custGeom>
              <a:solidFill>
                <a:srgbClr val="FDFEFF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7" name="Freeform 51">
                <a:extLst>
                  <a:ext uri="{FF2B5EF4-FFF2-40B4-BE49-F238E27FC236}">
                    <a16:creationId xmlns:a16="http://schemas.microsoft.com/office/drawing/2014/main" id="{C5A4514E-9224-ABB2-0292-50C54CED9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10" y="488043"/>
                <a:ext cx="171429" cy="78822"/>
              </a:xfrm>
              <a:custGeom>
                <a:avLst/>
                <a:gdLst>
                  <a:gd name="T0" fmla="*/ 52 w 55"/>
                  <a:gd name="T1" fmla="*/ 0 h 35"/>
                  <a:gd name="T2" fmla="*/ 34 w 55"/>
                  <a:gd name="T3" fmla="*/ 9 h 35"/>
                  <a:gd name="T4" fmla="*/ 34 w 55"/>
                  <a:gd name="T5" fmla="*/ 9 h 35"/>
                  <a:gd name="T6" fmla="*/ 28 w 55"/>
                  <a:gd name="T7" fmla="*/ 13 h 35"/>
                  <a:gd name="T8" fmla="*/ 28 w 55"/>
                  <a:gd name="T9" fmla="*/ 13 h 35"/>
                  <a:gd name="T10" fmla="*/ 5 w 55"/>
                  <a:gd name="T11" fmla="*/ 28 h 35"/>
                  <a:gd name="T12" fmla="*/ 1 w 55"/>
                  <a:gd name="T13" fmla="*/ 29 h 35"/>
                  <a:gd name="T14" fmla="*/ 1 w 55"/>
                  <a:gd name="T15" fmla="*/ 29 h 35"/>
                  <a:gd name="T16" fmla="*/ 0 w 55"/>
                  <a:gd name="T17" fmla="*/ 30 h 35"/>
                  <a:gd name="T18" fmla="*/ 0 w 55"/>
                  <a:gd name="T19" fmla="*/ 31 h 35"/>
                  <a:gd name="T20" fmla="*/ 11 w 55"/>
                  <a:gd name="T21" fmla="*/ 35 h 35"/>
                  <a:gd name="T22" fmla="*/ 11 w 55"/>
                  <a:gd name="T23" fmla="*/ 35 h 35"/>
                  <a:gd name="T24" fmla="*/ 13 w 55"/>
                  <a:gd name="T25" fmla="*/ 34 h 35"/>
                  <a:gd name="T26" fmla="*/ 13 w 55"/>
                  <a:gd name="T27" fmla="*/ 34 h 35"/>
                  <a:gd name="T28" fmla="*/ 40 w 55"/>
                  <a:gd name="T29" fmla="*/ 20 h 35"/>
                  <a:gd name="T30" fmla="*/ 40 w 55"/>
                  <a:gd name="T31" fmla="*/ 20 h 35"/>
                  <a:gd name="T32" fmla="*/ 50 w 55"/>
                  <a:gd name="T33" fmla="*/ 14 h 35"/>
                  <a:gd name="T34" fmla="*/ 50 w 55"/>
                  <a:gd name="T35" fmla="*/ 14 h 35"/>
                  <a:gd name="T36" fmla="*/ 51 w 55"/>
                  <a:gd name="T37" fmla="*/ 11 h 35"/>
                  <a:gd name="T38" fmla="*/ 52 w 55"/>
                  <a:gd name="T39" fmla="*/ 11 h 35"/>
                  <a:gd name="T40" fmla="*/ 52 w 55"/>
                  <a:gd name="T41" fmla="*/ 11 h 35"/>
                  <a:gd name="T42" fmla="*/ 54 w 55"/>
                  <a:gd name="T43" fmla="*/ 4 h 35"/>
                  <a:gd name="T44" fmla="*/ 52 w 55"/>
                  <a:gd name="T45" fmla="*/ 0 h 35"/>
                  <a:gd name="T46" fmla="*/ 52 w 55"/>
                  <a:gd name="T4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5" h="35">
                    <a:moveTo>
                      <a:pt x="52" y="0"/>
                    </a:moveTo>
                    <a:cubicBezTo>
                      <a:pt x="46" y="3"/>
                      <a:pt x="40" y="7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2" y="11"/>
                      <a:pt x="30" y="13"/>
                      <a:pt x="28" y="13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0" y="18"/>
                      <a:pt x="13" y="23"/>
                      <a:pt x="5" y="28"/>
                    </a:cubicBezTo>
                    <a:cubicBezTo>
                      <a:pt x="4" y="29"/>
                      <a:pt x="2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30"/>
                      <a:pt x="0" y="30"/>
                    </a:cubicBezTo>
                    <a:cubicBezTo>
                      <a:pt x="0" y="30"/>
                      <a:pt x="0" y="30"/>
                      <a:pt x="0" y="31"/>
                    </a:cubicBezTo>
                    <a:cubicBezTo>
                      <a:pt x="3" y="31"/>
                      <a:pt x="7" y="31"/>
                      <a:pt x="11" y="35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35"/>
                      <a:pt x="12" y="34"/>
                      <a:pt x="13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22" y="29"/>
                      <a:pt x="31" y="23"/>
                      <a:pt x="40" y="20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3" y="16"/>
                      <a:pt x="47" y="17"/>
                      <a:pt x="50" y="14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11"/>
                      <a:pt x="50" y="11"/>
                      <a:pt x="51" y="11"/>
                    </a:cubicBezTo>
                    <a:cubicBezTo>
                      <a:pt x="51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4" y="11"/>
                      <a:pt x="54" y="7"/>
                      <a:pt x="54" y="4"/>
                    </a:cubicBezTo>
                    <a:cubicBezTo>
                      <a:pt x="55" y="0"/>
                      <a:pt x="53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</a:path>
                </a:pathLst>
              </a:custGeom>
              <a:solidFill>
                <a:schemeClr val="accent5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8" name="Freeform 52">
                <a:extLst>
                  <a:ext uri="{FF2B5EF4-FFF2-40B4-BE49-F238E27FC236}">
                    <a16:creationId xmlns:a16="http://schemas.microsoft.com/office/drawing/2014/main" id="{B766DF74-8789-FBBE-0492-91E44ABFC0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9245" y="479162"/>
                <a:ext cx="278961" cy="54398"/>
              </a:xfrm>
              <a:custGeom>
                <a:avLst/>
                <a:gdLst>
                  <a:gd name="T0" fmla="*/ 89 w 89"/>
                  <a:gd name="T1" fmla="*/ 22 h 24"/>
                  <a:gd name="T2" fmla="*/ 89 w 89"/>
                  <a:gd name="T3" fmla="*/ 22 h 24"/>
                  <a:gd name="T4" fmla="*/ 89 w 89"/>
                  <a:gd name="T5" fmla="*/ 22 h 24"/>
                  <a:gd name="T6" fmla="*/ 89 w 89"/>
                  <a:gd name="T7" fmla="*/ 22 h 24"/>
                  <a:gd name="T8" fmla="*/ 7 w 89"/>
                  <a:gd name="T9" fmla="*/ 0 h 24"/>
                  <a:gd name="T10" fmla="*/ 4 w 89"/>
                  <a:gd name="T11" fmla="*/ 1 h 24"/>
                  <a:gd name="T12" fmla="*/ 3 w 89"/>
                  <a:gd name="T13" fmla="*/ 1 h 24"/>
                  <a:gd name="T14" fmla="*/ 3 w 89"/>
                  <a:gd name="T15" fmla="*/ 1 h 24"/>
                  <a:gd name="T16" fmla="*/ 2 w 89"/>
                  <a:gd name="T17" fmla="*/ 0 h 24"/>
                  <a:gd name="T18" fmla="*/ 0 w 89"/>
                  <a:gd name="T19" fmla="*/ 4 h 24"/>
                  <a:gd name="T20" fmla="*/ 0 w 89"/>
                  <a:gd name="T21" fmla="*/ 4 h 24"/>
                  <a:gd name="T22" fmla="*/ 19 w 89"/>
                  <a:gd name="T23" fmla="*/ 14 h 24"/>
                  <a:gd name="T24" fmla="*/ 61 w 89"/>
                  <a:gd name="T25" fmla="*/ 24 h 24"/>
                  <a:gd name="T26" fmla="*/ 68 w 89"/>
                  <a:gd name="T27" fmla="*/ 24 h 24"/>
                  <a:gd name="T28" fmla="*/ 89 w 89"/>
                  <a:gd name="T29" fmla="*/ 22 h 24"/>
                  <a:gd name="T30" fmla="*/ 83 w 89"/>
                  <a:gd name="T31" fmla="*/ 18 h 24"/>
                  <a:gd name="T32" fmla="*/ 79 w 89"/>
                  <a:gd name="T33" fmla="*/ 16 h 24"/>
                  <a:gd name="T34" fmla="*/ 79 w 89"/>
                  <a:gd name="T35" fmla="*/ 16 h 24"/>
                  <a:gd name="T36" fmla="*/ 50 w 89"/>
                  <a:gd name="T37" fmla="*/ 8 h 24"/>
                  <a:gd name="T38" fmla="*/ 28 w 89"/>
                  <a:gd name="T39" fmla="*/ 2 h 24"/>
                  <a:gd name="T40" fmla="*/ 28 w 89"/>
                  <a:gd name="T41" fmla="*/ 2 h 24"/>
                  <a:gd name="T42" fmla="*/ 26 w 89"/>
                  <a:gd name="T43" fmla="*/ 2 h 24"/>
                  <a:gd name="T44" fmla="*/ 16 w 89"/>
                  <a:gd name="T45" fmla="*/ 1 h 24"/>
                  <a:gd name="T46" fmla="*/ 7 w 89"/>
                  <a:gd name="T4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9" h="24">
                    <a:moveTo>
                      <a:pt x="89" y="22"/>
                    </a:moveTo>
                    <a:cubicBezTo>
                      <a:pt x="89" y="22"/>
                      <a:pt x="89" y="22"/>
                      <a:pt x="89" y="22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89" y="22"/>
                      <a:pt x="89" y="22"/>
                      <a:pt x="89" y="22"/>
                    </a:cubicBezTo>
                    <a:moveTo>
                      <a:pt x="7" y="0"/>
                    </a:moveTo>
                    <a:cubicBezTo>
                      <a:pt x="6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8"/>
                      <a:pt x="13" y="11"/>
                      <a:pt x="19" y="14"/>
                    </a:cubicBezTo>
                    <a:cubicBezTo>
                      <a:pt x="33" y="20"/>
                      <a:pt x="47" y="23"/>
                      <a:pt x="61" y="24"/>
                    </a:cubicBezTo>
                    <a:cubicBezTo>
                      <a:pt x="63" y="24"/>
                      <a:pt x="66" y="24"/>
                      <a:pt x="68" y="24"/>
                    </a:cubicBezTo>
                    <a:cubicBezTo>
                      <a:pt x="75" y="24"/>
                      <a:pt x="82" y="23"/>
                      <a:pt x="89" y="22"/>
                    </a:cubicBezTo>
                    <a:cubicBezTo>
                      <a:pt x="87" y="17"/>
                      <a:pt x="85" y="19"/>
                      <a:pt x="83" y="18"/>
                    </a:cubicBezTo>
                    <a:cubicBezTo>
                      <a:pt x="81" y="17"/>
                      <a:pt x="80" y="18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69" y="13"/>
                      <a:pt x="60" y="10"/>
                      <a:pt x="50" y="8"/>
                    </a:cubicBezTo>
                    <a:cubicBezTo>
                      <a:pt x="43" y="6"/>
                      <a:pt x="35" y="4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7" y="2"/>
                      <a:pt x="26" y="2"/>
                      <a:pt x="26" y="2"/>
                    </a:cubicBezTo>
                    <a:cubicBezTo>
                      <a:pt x="22" y="2"/>
                      <a:pt x="19" y="2"/>
                      <a:pt x="16" y="1"/>
                    </a:cubicBezTo>
                    <a:cubicBezTo>
                      <a:pt x="13" y="1"/>
                      <a:pt x="10" y="0"/>
                      <a:pt x="7" y="0"/>
                    </a:cubicBezTo>
                  </a:path>
                </a:pathLst>
              </a:custGeom>
              <a:solidFill>
                <a:srgbClr val="FEFEFF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59" name="Freeform 53">
                <a:extLst>
                  <a:ext uri="{FF2B5EF4-FFF2-40B4-BE49-F238E27FC236}">
                    <a16:creationId xmlns:a16="http://schemas.microsoft.com/office/drawing/2014/main" id="{2FE73EFD-5BD5-9A83-CDE9-182DE2A30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856" y="393679"/>
                <a:ext cx="235325" cy="115458"/>
              </a:xfrm>
              <a:custGeom>
                <a:avLst/>
                <a:gdLst>
                  <a:gd name="T0" fmla="*/ 0 w 75"/>
                  <a:gd name="T1" fmla="*/ 0 h 51"/>
                  <a:gd name="T2" fmla="*/ 1 w 75"/>
                  <a:gd name="T3" fmla="*/ 6 h 51"/>
                  <a:gd name="T4" fmla="*/ 1 w 75"/>
                  <a:gd name="T5" fmla="*/ 6 h 51"/>
                  <a:gd name="T6" fmla="*/ 1 w 75"/>
                  <a:gd name="T7" fmla="*/ 6 h 51"/>
                  <a:gd name="T8" fmla="*/ 1 w 75"/>
                  <a:gd name="T9" fmla="*/ 6 h 51"/>
                  <a:gd name="T10" fmla="*/ 1 w 75"/>
                  <a:gd name="T11" fmla="*/ 6 h 51"/>
                  <a:gd name="T12" fmla="*/ 26 w 75"/>
                  <a:gd name="T13" fmla="*/ 23 h 51"/>
                  <a:gd name="T14" fmla="*/ 28 w 75"/>
                  <a:gd name="T15" fmla="*/ 26 h 51"/>
                  <a:gd name="T16" fmla="*/ 28 w 75"/>
                  <a:gd name="T17" fmla="*/ 26 h 51"/>
                  <a:gd name="T18" fmla="*/ 28 w 75"/>
                  <a:gd name="T19" fmla="*/ 26 h 51"/>
                  <a:gd name="T20" fmla="*/ 47 w 75"/>
                  <a:gd name="T21" fmla="*/ 37 h 51"/>
                  <a:gd name="T22" fmla="*/ 57 w 75"/>
                  <a:gd name="T23" fmla="*/ 45 h 51"/>
                  <a:gd name="T24" fmla="*/ 57 w 75"/>
                  <a:gd name="T25" fmla="*/ 45 h 51"/>
                  <a:gd name="T26" fmla="*/ 69 w 75"/>
                  <a:gd name="T27" fmla="*/ 51 h 51"/>
                  <a:gd name="T28" fmla="*/ 69 w 75"/>
                  <a:gd name="T29" fmla="*/ 51 h 51"/>
                  <a:gd name="T30" fmla="*/ 71 w 75"/>
                  <a:gd name="T31" fmla="*/ 51 h 51"/>
                  <a:gd name="T32" fmla="*/ 71 w 75"/>
                  <a:gd name="T33" fmla="*/ 51 h 51"/>
                  <a:gd name="T34" fmla="*/ 73 w 75"/>
                  <a:gd name="T35" fmla="*/ 47 h 51"/>
                  <a:gd name="T36" fmla="*/ 75 w 75"/>
                  <a:gd name="T37" fmla="*/ 41 h 51"/>
                  <a:gd name="T38" fmla="*/ 72 w 75"/>
                  <a:gd name="T39" fmla="*/ 36 h 51"/>
                  <a:gd name="T40" fmla="*/ 42 w 75"/>
                  <a:gd name="T41" fmla="*/ 19 h 51"/>
                  <a:gd name="T42" fmla="*/ 13 w 75"/>
                  <a:gd name="T43" fmla="*/ 5 h 51"/>
                  <a:gd name="T44" fmla="*/ 0 w 75"/>
                  <a:gd name="T4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5" h="51">
                    <a:moveTo>
                      <a:pt x="0" y="0"/>
                    </a:moveTo>
                    <a:cubicBezTo>
                      <a:pt x="0" y="2"/>
                      <a:pt x="0" y="4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9" y="12"/>
                      <a:pt x="18" y="17"/>
                      <a:pt x="26" y="23"/>
                    </a:cubicBezTo>
                    <a:cubicBezTo>
                      <a:pt x="27" y="23"/>
                      <a:pt x="28" y="24"/>
                      <a:pt x="28" y="26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35" y="30"/>
                      <a:pt x="41" y="33"/>
                      <a:pt x="47" y="37"/>
                    </a:cubicBezTo>
                    <a:cubicBezTo>
                      <a:pt x="50" y="39"/>
                      <a:pt x="54" y="41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61" y="47"/>
                      <a:pt x="65" y="49"/>
                      <a:pt x="69" y="51"/>
                    </a:cubicBezTo>
                    <a:cubicBezTo>
                      <a:pt x="69" y="51"/>
                      <a:pt x="69" y="51"/>
                      <a:pt x="69" y="51"/>
                    </a:cubicBezTo>
                    <a:cubicBezTo>
                      <a:pt x="70" y="51"/>
                      <a:pt x="70" y="51"/>
                      <a:pt x="71" y="51"/>
                    </a:cubicBezTo>
                    <a:cubicBezTo>
                      <a:pt x="71" y="51"/>
                      <a:pt x="71" y="51"/>
                      <a:pt x="71" y="51"/>
                    </a:cubicBezTo>
                    <a:cubicBezTo>
                      <a:pt x="71" y="48"/>
                      <a:pt x="72" y="48"/>
                      <a:pt x="73" y="47"/>
                    </a:cubicBezTo>
                    <a:cubicBezTo>
                      <a:pt x="74" y="45"/>
                      <a:pt x="75" y="44"/>
                      <a:pt x="75" y="41"/>
                    </a:cubicBezTo>
                    <a:cubicBezTo>
                      <a:pt x="75" y="38"/>
                      <a:pt x="74" y="36"/>
                      <a:pt x="72" y="36"/>
                    </a:cubicBezTo>
                    <a:cubicBezTo>
                      <a:pt x="62" y="29"/>
                      <a:pt x="52" y="23"/>
                      <a:pt x="42" y="19"/>
                    </a:cubicBezTo>
                    <a:cubicBezTo>
                      <a:pt x="32" y="15"/>
                      <a:pt x="23" y="10"/>
                      <a:pt x="13" y="5"/>
                    </a:cubicBezTo>
                    <a:cubicBezTo>
                      <a:pt x="9" y="3"/>
                      <a:pt x="4" y="2"/>
                      <a:pt x="0" y="0"/>
                    </a:cubicBezTo>
                  </a:path>
                </a:pathLst>
              </a:custGeom>
              <a:solidFill>
                <a:srgbClr val="FDFEFE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60" name="Freeform 54">
                <a:extLst>
                  <a:ext uri="{FF2B5EF4-FFF2-40B4-BE49-F238E27FC236}">
                    <a16:creationId xmlns:a16="http://schemas.microsoft.com/office/drawing/2014/main" id="{821A84CE-FCBF-B609-B72C-7948D9356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401" y="443636"/>
                <a:ext cx="124675" cy="85483"/>
              </a:xfrm>
              <a:custGeom>
                <a:avLst/>
                <a:gdLst>
                  <a:gd name="T0" fmla="*/ 0 w 40"/>
                  <a:gd name="T1" fmla="*/ 0 h 38"/>
                  <a:gd name="T2" fmla="*/ 3 w 40"/>
                  <a:gd name="T3" fmla="*/ 25 h 38"/>
                  <a:gd name="T4" fmla="*/ 5 w 40"/>
                  <a:gd name="T5" fmla="*/ 25 h 38"/>
                  <a:gd name="T6" fmla="*/ 14 w 40"/>
                  <a:gd name="T7" fmla="*/ 32 h 38"/>
                  <a:gd name="T8" fmla="*/ 14 w 40"/>
                  <a:gd name="T9" fmla="*/ 32 h 38"/>
                  <a:gd name="T10" fmla="*/ 18 w 40"/>
                  <a:gd name="T11" fmla="*/ 34 h 38"/>
                  <a:gd name="T12" fmla="*/ 24 w 40"/>
                  <a:gd name="T13" fmla="*/ 38 h 38"/>
                  <a:gd name="T14" fmla="*/ 24 w 40"/>
                  <a:gd name="T15" fmla="*/ 38 h 38"/>
                  <a:gd name="T16" fmla="*/ 24 w 40"/>
                  <a:gd name="T17" fmla="*/ 38 h 38"/>
                  <a:gd name="T18" fmla="*/ 24 w 40"/>
                  <a:gd name="T19" fmla="*/ 38 h 38"/>
                  <a:gd name="T20" fmla="*/ 35 w 40"/>
                  <a:gd name="T21" fmla="*/ 27 h 38"/>
                  <a:gd name="T22" fmla="*/ 39 w 40"/>
                  <a:gd name="T23" fmla="*/ 23 h 38"/>
                  <a:gd name="T24" fmla="*/ 40 w 40"/>
                  <a:gd name="T25" fmla="*/ 23 h 38"/>
                  <a:gd name="T26" fmla="*/ 40 w 40"/>
                  <a:gd name="T27" fmla="*/ 23 h 38"/>
                  <a:gd name="T28" fmla="*/ 30 w 40"/>
                  <a:gd name="T29" fmla="*/ 15 h 38"/>
                  <a:gd name="T30" fmla="*/ 11 w 40"/>
                  <a:gd name="T31" fmla="*/ 4 h 38"/>
                  <a:gd name="T32" fmla="*/ 11 w 40"/>
                  <a:gd name="T33" fmla="*/ 4 h 38"/>
                  <a:gd name="T34" fmla="*/ 11 w 40"/>
                  <a:gd name="T35" fmla="*/ 4 h 38"/>
                  <a:gd name="T36" fmla="*/ 0 w 40"/>
                  <a:gd name="T3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38">
                    <a:moveTo>
                      <a:pt x="0" y="0"/>
                    </a:moveTo>
                    <a:cubicBezTo>
                      <a:pt x="1" y="9"/>
                      <a:pt x="4" y="16"/>
                      <a:pt x="3" y="25"/>
                    </a:cubicBezTo>
                    <a:cubicBezTo>
                      <a:pt x="4" y="25"/>
                      <a:pt x="4" y="25"/>
                      <a:pt x="5" y="25"/>
                    </a:cubicBezTo>
                    <a:cubicBezTo>
                      <a:pt x="8" y="25"/>
                      <a:pt x="11" y="30"/>
                      <a:pt x="14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4"/>
                      <a:pt x="16" y="33"/>
                      <a:pt x="18" y="34"/>
                    </a:cubicBezTo>
                    <a:cubicBezTo>
                      <a:pt x="20" y="35"/>
                      <a:pt x="22" y="33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8" y="35"/>
                      <a:pt x="33" y="36"/>
                      <a:pt x="35" y="27"/>
                    </a:cubicBezTo>
                    <a:cubicBezTo>
                      <a:pt x="36" y="24"/>
                      <a:pt x="38" y="23"/>
                      <a:pt x="39" y="23"/>
                    </a:cubicBezTo>
                    <a:cubicBezTo>
                      <a:pt x="40" y="23"/>
                      <a:pt x="40" y="23"/>
                      <a:pt x="40" y="23"/>
                    </a:cubicBezTo>
                    <a:cubicBezTo>
                      <a:pt x="40" y="23"/>
                      <a:pt x="40" y="23"/>
                      <a:pt x="40" y="23"/>
                    </a:cubicBezTo>
                    <a:cubicBezTo>
                      <a:pt x="37" y="19"/>
                      <a:pt x="33" y="17"/>
                      <a:pt x="30" y="15"/>
                    </a:cubicBezTo>
                    <a:cubicBezTo>
                      <a:pt x="24" y="11"/>
                      <a:pt x="18" y="8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8" y="3"/>
                      <a:pt x="4" y="3"/>
                      <a:pt x="0" y="0"/>
                    </a:cubicBezTo>
                  </a:path>
                </a:pathLst>
              </a:custGeom>
              <a:solidFill>
                <a:srgbClr val="C0E7FA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61" name="Freeform 55">
                <a:extLst>
                  <a:ext uri="{FF2B5EF4-FFF2-40B4-BE49-F238E27FC236}">
                    <a16:creationId xmlns:a16="http://schemas.microsoft.com/office/drawing/2014/main" id="{95427022-3BE9-8C82-544D-F1660BBD1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479" y="509136"/>
                <a:ext cx="18701" cy="6661"/>
              </a:xfrm>
              <a:custGeom>
                <a:avLst/>
                <a:gdLst>
                  <a:gd name="T0" fmla="*/ 2 w 6"/>
                  <a:gd name="T1" fmla="*/ 0 h 3"/>
                  <a:gd name="T2" fmla="*/ 2 w 6"/>
                  <a:gd name="T3" fmla="*/ 0 h 3"/>
                  <a:gd name="T4" fmla="*/ 0 w 6"/>
                  <a:gd name="T5" fmla="*/ 0 h 3"/>
                  <a:gd name="T6" fmla="*/ 0 w 6"/>
                  <a:gd name="T7" fmla="*/ 0 h 3"/>
                  <a:gd name="T8" fmla="*/ 0 w 6"/>
                  <a:gd name="T9" fmla="*/ 2 h 3"/>
                  <a:gd name="T10" fmla="*/ 0 w 6"/>
                  <a:gd name="T11" fmla="*/ 2 h 3"/>
                  <a:gd name="T12" fmla="*/ 1 w 6"/>
                  <a:gd name="T13" fmla="*/ 1 h 3"/>
                  <a:gd name="T14" fmla="*/ 2 w 6"/>
                  <a:gd name="T15" fmla="*/ 2 h 3"/>
                  <a:gd name="T16" fmla="*/ 4 w 6"/>
                  <a:gd name="T17" fmla="*/ 3 h 3"/>
                  <a:gd name="T18" fmla="*/ 6 w 6"/>
                  <a:gd name="T19" fmla="*/ 0 h 3"/>
                  <a:gd name="T20" fmla="*/ 6 w 6"/>
                  <a:gd name="T21" fmla="*/ 0 h 3"/>
                  <a:gd name="T22" fmla="*/ 6 w 6"/>
                  <a:gd name="T23" fmla="*/ 0 h 3"/>
                  <a:gd name="T24" fmla="*/ 2 w 6"/>
                  <a:gd name="T25" fmla="*/ 0 h 3"/>
                  <a:gd name="T26" fmla="*/ 2 w 6"/>
                  <a:gd name="T2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3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2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5" y="3"/>
                      <a:pt x="5" y="2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3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C0E7FA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62" name="Freeform 56">
                <a:extLst>
                  <a:ext uri="{FF2B5EF4-FFF2-40B4-BE49-F238E27FC236}">
                    <a16:creationId xmlns:a16="http://schemas.microsoft.com/office/drawing/2014/main" id="{A12D4AE5-8616-E782-92AB-C9CAFB050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00" y="358153"/>
                <a:ext cx="349091" cy="150983"/>
              </a:xfrm>
              <a:custGeom>
                <a:avLst/>
                <a:gdLst>
                  <a:gd name="T0" fmla="*/ 1 w 111"/>
                  <a:gd name="T1" fmla="*/ 0 h 67"/>
                  <a:gd name="T2" fmla="*/ 0 w 111"/>
                  <a:gd name="T3" fmla="*/ 3 h 67"/>
                  <a:gd name="T4" fmla="*/ 2 w 111"/>
                  <a:gd name="T5" fmla="*/ 5 h 67"/>
                  <a:gd name="T6" fmla="*/ 28 w 111"/>
                  <a:gd name="T7" fmla="*/ 22 h 67"/>
                  <a:gd name="T8" fmla="*/ 28 w 111"/>
                  <a:gd name="T9" fmla="*/ 22 h 67"/>
                  <a:gd name="T10" fmla="*/ 28 w 111"/>
                  <a:gd name="T11" fmla="*/ 22 h 67"/>
                  <a:gd name="T12" fmla="*/ 28 w 111"/>
                  <a:gd name="T13" fmla="*/ 22 h 67"/>
                  <a:gd name="T14" fmla="*/ 27 w 111"/>
                  <a:gd name="T15" fmla="*/ 16 h 67"/>
                  <a:gd name="T16" fmla="*/ 40 w 111"/>
                  <a:gd name="T17" fmla="*/ 21 h 67"/>
                  <a:gd name="T18" fmla="*/ 69 w 111"/>
                  <a:gd name="T19" fmla="*/ 35 h 67"/>
                  <a:gd name="T20" fmla="*/ 99 w 111"/>
                  <a:gd name="T21" fmla="*/ 52 h 67"/>
                  <a:gd name="T22" fmla="*/ 102 w 111"/>
                  <a:gd name="T23" fmla="*/ 57 h 67"/>
                  <a:gd name="T24" fmla="*/ 100 w 111"/>
                  <a:gd name="T25" fmla="*/ 63 h 67"/>
                  <a:gd name="T26" fmla="*/ 98 w 111"/>
                  <a:gd name="T27" fmla="*/ 67 h 67"/>
                  <a:gd name="T28" fmla="*/ 98 w 111"/>
                  <a:gd name="T29" fmla="*/ 67 h 67"/>
                  <a:gd name="T30" fmla="*/ 102 w 111"/>
                  <a:gd name="T31" fmla="*/ 67 h 67"/>
                  <a:gd name="T32" fmla="*/ 102 w 111"/>
                  <a:gd name="T33" fmla="*/ 67 h 67"/>
                  <a:gd name="T34" fmla="*/ 103 w 111"/>
                  <a:gd name="T35" fmla="*/ 67 h 67"/>
                  <a:gd name="T36" fmla="*/ 108 w 111"/>
                  <a:gd name="T37" fmla="*/ 64 h 67"/>
                  <a:gd name="T38" fmla="*/ 108 w 111"/>
                  <a:gd name="T39" fmla="*/ 64 h 67"/>
                  <a:gd name="T40" fmla="*/ 105 w 111"/>
                  <a:gd name="T41" fmla="*/ 49 h 67"/>
                  <a:gd name="T42" fmla="*/ 102 w 111"/>
                  <a:gd name="T43" fmla="*/ 45 h 67"/>
                  <a:gd name="T44" fmla="*/ 46 w 111"/>
                  <a:gd name="T45" fmla="*/ 17 h 67"/>
                  <a:gd name="T46" fmla="*/ 14 w 111"/>
                  <a:gd name="T47" fmla="*/ 4 h 67"/>
                  <a:gd name="T48" fmla="*/ 2 w 111"/>
                  <a:gd name="T49" fmla="*/ 0 h 67"/>
                  <a:gd name="T50" fmla="*/ 1 w 111"/>
                  <a:gd name="T5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1" h="67">
                    <a:moveTo>
                      <a:pt x="1" y="0"/>
                    </a:moveTo>
                    <a:cubicBezTo>
                      <a:pt x="1" y="0"/>
                      <a:pt x="0" y="1"/>
                      <a:pt x="0" y="3"/>
                    </a:cubicBezTo>
                    <a:cubicBezTo>
                      <a:pt x="0" y="5"/>
                      <a:pt x="1" y="5"/>
                      <a:pt x="2" y="5"/>
                    </a:cubicBezTo>
                    <a:cubicBezTo>
                      <a:pt x="10" y="9"/>
                      <a:pt x="19" y="16"/>
                      <a:pt x="28" y="22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7" y="20"/>
                      <a:pt x="27" y="18"/>
                      <a:pt x="27" y="16"/>
                    </a:cubicBezTo>
                    <a:cubicBezTo>
                      <a:pt x="31" y="18"/>
                      <a:pt x="36" y="19"/>
                      <a:pt x="40" y="21"/>
                    </a:cubicBezTo>
                    <a:cubicBezTo>
                      <a:pt x="50" y="26"/>
                      <a:pt x="59" y="31"/>
                      <a:pt x="69" y="35"/>
                    </a:cubicBezTo>
                    <a:cubicBezTo>
                      <a:pt x="79" y="39"/>
                      <a:pt x="89" y="45"/>
                      <a:pt x="99" y="52"/>
                    </a:cubicBezTo>
                    <a:cubicBezTo>
                      <a:pt x="101" y="52"/>
                      <a:pt x="102" y="54"/>
                      <a:pt x="102" y="57"/>
                    </a:cubicBezTo>
                    <a:cubicBezTo>
                      <a:pt x="102" y="60"/>
                      <a:pt x="101" y="61"/>
                      <a:pt x="100" y="63"/>
                    </a:cubicBezTo>
                    <a:cubicBezTo>
                      <a:pt x="99" y="64"/>
                      <a:pt x="98" y="64"/>
                      <a:pt x="98" y="67"/>
                    </a:cubicBezTo>
                    <a:cubicBezTo>
                      <a:pt x="98" y="67"/>
                      <a:pt x="98" y="67"/>
                      <a:pt x="98" y="67"/>
                    </a:cubicBezTo>
                    <a:cubicBezTo>
                      <a:pt x="99" y="67"/>
                      <a:pt x="101" y="67"/>
                      <a:pt x="102" y="67"/>
                    </a:cubicBezTo>
                    <a:cubicBezTo>
                      <a:pt x="102" y="67"/>
                      <a:pt x="102" y="67"/>
                      <a:pt x="102" y="67"/>
                    </a:cubicBezTo>
                    <a:cubicBezTo>
                      <a:pt x="102" y="67"/>
                      <a:pt x="102" y="67"/>
                      <a:pt x="103" y="67"/>
                    </a:cubicBezTo>
                    <a:cubicBezTo>
                      <a:pt x="104" y="67"/>
                      <a:pt x="106" y="65"/>
                      <a:pt x="108" y="64"/>
                    </a:cubicBezTo>
                    <a:cubicBezTo>
                      <a:pt x="108" y="64"/>
                      <a:pt x="108" y="64"/>
                      <a:pt x="108" y="64"/>
                    </a:cubicBezTo>
                    <a:cubicBezTo>
                      <a:pt x="111" y="55"/>
                      <a:pt x="111" y="52"/>
                      <a:pt x="105" y="49"/>
                    </a:cubicBezTo>
                    <a:cubicBezTo>
                      <a:pt x="104" y="48"/>
                      <a:pt x="103" y="46"/>
                      <a:pt x="102" y="45"/>
                    </a:cubicBezTo>
                    <a:cubicBezTo>
                      <a:pt x="83" y="36"/>
                      <a:pt x="64" y="26"/>
                      <a:pt x="46" y="17"/>
                    </a:cubicBezTo>
                    <a:cubicBezTo>
                      <a:pt x="35" y="12"/>
                      <a:pt x="24" y="8"/>
                      <a:pt x="14" y="4"/>
                    </a:cubicBezTo>
                    <a:cubicBezTo>
                      <a:pt x="10" y="2"/>
                      <a:pt x="6" y="1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</a:path>
                </a:pathLst>
              </a:custGeom>
              <a:solidFill>
                <a:srgbClr val="F9FAFC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63" name="Freeform 57">
                <a:extLst>
                  <a:ext uri="{FF2B5EF4-FFF2-40B4-BE49-F238E27FC236}">
                    <a16:creationId xmlns:a16="http://schemas.microsoft.com/office/drawing/2014/main" id="{8A284147-5951-7344-2ECE-529BCAB771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894" y="520238"/>
                <a:ext cx="57662" cy="33305"/>
              </a:xfrm>
              <a:custGeom>
                <a:avLst/>
                <a:gdLst>
                  <a:gd name="T0" fmla="*/ 9 w 18"/>
                  <a:gd name="T1" fmla="*/ 0 h 15"/>
                  <a:gd name="T2" fmla="*/ 4 w 18"/>
                  <a:gd name="T3" fmla="*/ 4 h 15"/>
                  <a:gd name="T4" fmla="*/ 0 w 18"/>
                  <a:gd name="T5" fmla="*/ 8 h 15"/>
                  <a:gd name="T6" fmla="*/ 5 w 18"/>
                  <a:gd name="T7" fmla="*/ 15 h 15"/>
                  <a:gd name="T8" fmla="*/ 6 w 18"/>
                  <a:gd name="T9" fmla="*/ 15 h 15"/>
                  <a:gd name="T10" fmla="*/ 7 w 18"/>
                  <a:gd name="T11" fmla="*/ 15 h 15"/>
                  <a:gd name="T12" fmla="*/ 7 w 18"/>
                  <a:gd name="T13" fmla="*/ 15 h 15"/>
                  <a:gd name="T14" fmla="*/ 8 w 18"/>
                  <a:gd name="T15" fmla="*/ 15 h 15"/>
                  <a:gd name="T16" fmla="*/ 8 w 18"/>
                  <a:gd name="T17" fmla="*/ 15 h 15"/>
                  <a:gd name="T18" fmla="*/ 9 w 18"/>
                  <a:gd name="T19" fmla="*/ 15 h 15"/>
                  <a:gd name="T20" fmla="*/ 9 w 18"/>
                  <a:gd name="T21" fmla="*/ 15 h 15"/>
                  <a:gd name="T22" fmla="*/ 9 w 18"/>
                  <a:gd name="T23" fmla="*/ 15 h 15"/>
                  <a:gd name="T24" fmla="*/ 17 w 18"/>
                  <a:gd name="T25" fmla="*/ 8 h 15"/>
                  <a:gd name="T26" fmla="*/ 18 w 18"/>
                  <a:gd name="T27" fmla="*/ 5 h 15"/>
                  <a:gd name="T28" fmla="*/ 17 w 18"/>
                  <a:gd name="T29" fmla="*/ 3 h 15"/>
                  <a:gd name="T30" fmla="*/ 9 w 18"/>
                  <a:gd name="T3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" h="15">
                    <a:moveTo>
                      <a:pt x="9" y="0"/>
                    </a:moveTo>
                    <a:cubicBezTo>
                      <a:pt x="7" y="0"/>
                      <a:pt x="6" y="1"/>
                      <a:pt x="4" y="4"/>
                    </a:cubicBezTo>
                    <a:cubicBezTo>
                      <a:pt x="3" y="6"/>
                      <a:pt x="0" y="4"/>
                      <a:pt x="0" y="8"/>
                    </a:cubicBezTo>
                    <a:cubicBezTo>
                      <a:pt x="0" y="13"/>
                      <a:pt x="3" y="13"/>
                      <a:pt x="5" y="15"/>
                    </a:cubicBezTo>
                    <a:cubicBezTo>
                      <a:pt x="5" y="15"/>
                      <a:pt x="6" y="15"/>
                      <a:pt x="6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11" y="13"/>
                      <a:pt x="14" y="10"/>
                      <a:pt x="17" y="8"/>
                    </a:cubicBezTo>
                    <a:cubicBezTo>
                      <a:pt x="17" y="7"/>
                      <a:pt x="18" y="8"/>
                      <a:pt x="18" y="5"/>
                    </a:cubicBezTo>
                    <a:cubicBezTo>
                      <a:pt x="18" y="4"/>
                      <a:pt x="18" y="3"/>
                      <a:pt x="17" y="3"/>
                    </a:cubicBezTo>
                    <a:cubicBezTo>
                      <a:pt x="14" y="3"/>
                      <a:pt x="12" y="0"/>
                      <a:pt x="9" y="0"/>
                    </a:cubicBezTo>
                  </a:path>
                </a:pathLst>
              </a:custGeom>
              <a:solidFill>
                <a:srgbClr val="C1D6E5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  <p:sp>
            <p:nvSpPr>
              <p:cNvPr id="64" name="Freeform 58">
                <a:extLst>
                  <a:ext uri="{FF2B5EF4-FFF2-40B4-BE49-F238E27FC236}">
                    <a16:creationId xmlns:a16="http://schemas.microsoft.com/office/drawing/2014/main" id="{0CB2B6F4-690B-0B8F-DF65-D00A3BB3E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959" y="506916"/>
                <a:ext cx="96623" cy="46627"/>
              </a:xfrm>
              <a:custGeom>
                <a:avLst/>
                <a:gdLst>
                  <a:gd name="T0" fmla="*/ 27 w 31"/>
                  <a:gd name="T1" fmla="*/ 0 h 21"/>
                  <a:gd name="T2" fmla="*/ 25 w 31"/>
                  <a:gd name="T3" fmla="*/ 0 h 21"/>
                  <a:gd name="T4" fmla="*/ 5 w 31"/>
                  <a:gd name="T5" fmla="*/ 13 h 21"/>
                  <a:gd name="T6" fmla="*/ 0 w 31"/>
                  <a:gd name="T7" fmla="*/ 17 h 21"/>
                  <a:gd name="T8" fmla="*/ 4 w 31"/>
                  <a:gd name="T9" fmla="*/ 21 h 21"/>
                  <a:gd name="T10" fmla="*/ 4 w 31"/>
                  <a:gd name="T11" fmla="*/ 21 h 21"/>
                  <a:gd name="T12" fmla="*/ 8 w 31"/>
                  <a:gd name="T13" fmla="*/ 20 h 21"/>
                  <a:gd name="T14" fmla="*/ 31 w 31"/>
                  <a:gd name="T15" fmla="*/ 5 h 21"/>
                  <a:gd name="T16" fmla="*/ 31 w 31"/>
                  <a:gd name="T17" fmla="*/ 5 h 21"/>
                  <a:gd name="T18" fmla="*/ 27 w 31"/>
                  <a:gd name="T1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1">
                    <a:moveTo>
                      <a:pt x="27" y="0"/>
                    </a:moveTo>
                    <a:cubicBezTo>
                      <a:pt x="27" y="0"/>
                      <a:pt x="26" y="0"/>
                      <a:pt x="25" y="0"/>
                    </a:cubicBezTo>
                    <a:cubicBezTo>
                      <a:pt x="18" y="4"/>
                      <a:pt x="12" y="9"/>
                      <a:pt x="5" y="13"/>
                    </a:cubicBezTo>
                    <a:cubicBezTo>
                      <a:pt x="3" y="14"/>
                      <a:pt x="1" y="14"/>
                      <a:pt x="0" y="17"/>
                    </a:cubicBezTo>
                    <a:cubicBezTo>
                      <a:pt x="0" y="21"/>
                      <a:pt x="3" y="18"/>
                      <a:pt x="4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7" y="21"/>
                      <a:pt x="8" y="20"/>
                    </a:cubicBezTo>
                    <a:cubicBezTo>
                      <a:pt x="16" y="15"/>
                      <a:pt x="23" y="10"/>
                      <a:pt x="31" y="5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0" y="1"/>
                      <a:pt x="29" y="0"/>
                      <a:pt x="27" y="0"/>
                    </a:cubicBezTo>
                  </a:path>
                </a:pathLst>
              </a:custGeom>
              <a:solidFill>
                <a:srgbClr val="FBFDFD">
                  <a:alpha val="7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MX" sz="1200" noProof="0" dirty="0"/>
              </a:p>
            </p:txBody>
          </p:sp>
        </p:grpSp>
        <p:grpSp>
          <p:nvGrpSpPr>
            <p:cNvPr id="5" name="Grupo 15260">
              <a:extLst>
                <a:ext uri="{FF2B5EF4-FFF2-40B4-BE49-F238E27FC236}">
                  <a16:creationId xmlns:a16="http://schemas.microsoft.com/office/drawing/2014/main" id="{B50ED468-A9AC-D274-92D3-3F35EA7B8DC2}"/>
                </a:ext>
              </a:extLst>
            </p:cNvPr>
            <p:cNvGrpSpPr/>
            <p:nvPr/>
          </p:nvGrpSpPr>
          <p:grpSpPr>
            <a:xfrm>
              <a:off x="1246908" y="385025"/>
              <a:ext cx="897784" cy="517089"/>
              <a:chOff x="1553867" y="408464"/>
              <a:chExt cx="897784" cy="517089"/>
            </a:xfrm>
          </p:grpSpPr>
          <p:sp>
            <p:nvSpPr>
              <p:cNvPr id="6" name="Rectangle 78">
                <a:extLst>
                  <a:ext uri="{FF2B5EF4-FFF2-40B4-BE49-F238E27FC236}">
                    <a16:creationId xmlns:a16="http://schemas.microsoft.com/office/drawing/2014/main" id="{3E722ABE-1833-672B-4265-214AF4675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360" y="590956"/>
                <a:ext cx="689291" cy="1284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MX" sz="700" noProof="0" dirty="0">
                    <a:latin typeface="Century Gothic" panose="020B0502020202020204" pitchFamily="34" charset="0"/>
                  </a:rPr>
                  <a:t>{{CADUCIDAD}}</a:t>
                </a:r>
                <a:endParaRPr lang="es-MX" sz="2000" noProof="0" dirty="0"/>
              </a:p>
            </p:txBody>
          </p:sp>
          <p:sp>
            <p:nvSpPr>
              <p:cNvPr id="7" name="Rectangle 79">
                <a:extLst>
                  <a:ext uri="{FF2B5EF4-FFF2-40B4-BE49-F238E27FC236}">
                    <a16:creationId xmlns:a16="http://schemas.microsoft.com/office/drawing/2014/main" id="{48344D28-93FD-61A0-5E94-20FE9FD1D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516" y="797099"/>
                <a:ext cx="274114" cy="1284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MX" sz="700" noProof="0" dirty="0">
                    <a:latin typeface="Century Gothic" panose="020B0502020202020204" pitchFamily="34" charset="0"/>
                  </a:rPr>
                  <a:t>{{REF}}</a:t>
                </a:r>
                <a:endParaRPr lang="es-MX" sz="1400" noProof="0" dirty="0"/>
              </a:p>
            </p:txBody>
          </p:sp>
          <p:sp>
            <p:nvSpPr>
              <p:cNvPr id="8" name="Rectangle 77">
                <a:extLst>
                  <a:ext uri="{FF2B5EF4-FFF2-40B4-BE49-F238E27FC236}">
                    <a16:creationId xmlns:a16="http://schemas.microsoft.com/office/drawing/2014/main" id="{A2C35867-E879-AB60-E531-EDCC0167C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188" y="408464"/>
                <a:ext cx="335028" cy="1284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MX" sz="700" dirty="0">
                    <a:latin typeface="Century Gothic" panose="020B0502020202020204" pitchFamily="34" charset="0"/>
                  </a:rPr>
                  <a:t>{{LOTE}}</a:t>
                </a:r>
                <a:endParaRPr lang="es-MX" sz="1400" noProof="0" dirty="0"/>
              </a:p>
            </p:txBody>
          </p:sp>
          <p:sp>
            <p:nvSpPr>
              <p:cNvPr id="9" name="Rectángulo 15264">
                <a:extLst>
                  <a:ext uri="{FF2B5EF4-FFF2-40B4-BE49-F238E27FC236}">
                    <a16:creationId xmlns:a16="http://schemas.microsoft.com/office/drawing/2014/main" id="{EAF2EB52-4BDD-FA41-7C59-7D229B554A0D}"/>
                  </a:ext>
                </a:extLst>
              </p:cNvPr>
              <p:cNvSpPr/>
              <p:nvPr/>
            </p:nvSpPr>
            <p:spPr>
              <a:xfrm>
                <a:off x="1559129" y="413995"/>
                <a:ext cx="160522" cy="9780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s-MX" sz="600" noProof="0" dirty="0">
                    <a:ln w="3175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effectLst/>
                  </a:rPr>
                  <a:t>LOT</a:t>
                </a:r>
              </a:p>
            </p:txBody>
          </p:sp>
          <p:sp>
            <p:nvSpPr>
              <p:cNvPr id="10" name="Rectángulo 15265">
                <a:extLst>
                  <a:ext uri="{FF2B5EF4-FFF2-40B4-BE49-F238E27FC236}">
                    <a16:creationId xmlns:a16="http://schemas.microsoft.com/office/drawing/2014/main" id="{779F3497-1C6A-44DC-B5C6-7FC361609FCF}"/>
                  </a:ext>
                </a:extLst>
              </p:cNvPr>
              <p:cNvSpPr/>
              <p:nvPr/>
            </p:nvSpPr>
            <p:spPr>
              <a:xfrm>
                <a:off x="1553867" y="801430"/>
                <a:ext cx="160521" cy="951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s-MX" sz="600" noProof="0" dirty="0">
                    <a:ln w="3175"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</a:rPr>
                  <a:t>REF</a:t>
                </a:r>
                <a:endParaRPr lang="es-MX" sz="500" noProof="0" dirty="0">
                  <a:ln w="3175"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Gráfico 15266" descr="Reloj de arena">
                <a:extLst>
                  <a:ext uri="{FF2B5EF4-FFF2-40B4-BE49-F238E27FC236}">
                    <a16:creationId xmlns:a16="http://schemas.microsoft.com/office/drawing/2014/main" id="{36739430-4E97-2F54-4B5A-BBACFD19F5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559894" y="569985"/>
                <a:ext cx="163144" cy="17447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97353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1A85DE-C635-4691-BBB3-0B9D5A73171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99434da-eaf3-4b66-9d21-6bdf9675752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9500</TotalTime>
  <Words>11</Words>
  <Application>Microsoft Office PowerPoint</Application>
  <PresentationFormat>Personalizado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60</cp:revision>
  <dcterms:created xsi:type="dcterms:W3CDTF">2025-07-14T17:28:18Z</dcterms:created>
  <dcterms:modified xsi:type="dcterms:W3CDTF">2026-07-28T23:02:50Z</dcterms:modified>
</cp:coreProperties>
</file>