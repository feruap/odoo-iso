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75" d="100"/>
          <a:sy n="75" d="100"/>
        </p:scale>
        <p:origin x="9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7CEAFAC-105A-B9A5-3B17-FC406713B8BF}"/>
              </a:ext>
            </a:extLst>
          </p:cNvPr>
          <p:cNvGrpSpPr/>
          <p:nvPr/>
        </p:nvGrpSpPr>
        <p:grpSpPr>
          <a:xfrm>
            <a:off x="175845" y="239028"/>
            <a:ext cx="3229118" cy="2484000"/>
            <a:chOff x="182195" y="241688"/>
            <a:chExt cx="3229118" cy="2484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52B4EFD-F96E-4C52-4B3F-A3D66274DEDA}"/>
                </a:ext>
              </a:extLst>
            </p:cNvPr>
            <p:cNvSpPr/>
            <p:nvPr/>
          </p:nvSpPr>
          <p:spPr>
            <a:xfrm>
              <a:off x="182195" y="241688"/>
              <a:ext cx="3229118" cy="2484000"/>
            </a:xfrm>
            <a:custGeom>
              <a:avLst/>
              <a:gdLst/>
              <a:ahLst/>
              <a:cxnLst/>
              <a:rect l="l" t="t" r="r" b="b"/>
              <a:pathLst>
                <a:path w="4305491" h="3379603">
                  <a:moveTo>
                    <a:pt x="0" y="0"/>
                  </a:moveTo>
                  <a:lnTo>
                    <a:pt x="4305491" y="0"/>
                  </a:lnTo>
                  <a:lnTo>
                    <a:pt x="4305491" y="3379603"/>
                  </a:lnTo>
                  <a:lnTo>
                    <a:pt x="0" y="3379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tretch>
                <a:fillRect l="-27638" t="-17541" b="-10104"/>
              </a:stretch>
            </a:blipFill>
            <a:ln w="19050" cap="sq">
              <a:solidFill>
                <a:srgbClr val="C7C7C7"/>
              </a:solidFill>
              <a:prstDash val="solid"/>
              <a:miter/>
            </a:ln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4" name="TextBox 8">
              <a:extLst>
                <a:ext uri="{FF2B5EF4-FFF2-40B4-BE49-F238E27FC236}">
                  <a16:creationId xmlns:a16="http://schemas.microsoft.com/office/drawing/2014/main" id="{E98AC23B-E9DF-3A6A-A9B9-42B41CA2C3EC}"/>
                </a:ext>
              </a:extLst>
            </p:cNvPr>
            <p:cNvSpPr txBox="1"/>
            <p:nvPr/>
          </p:nvSpPr>
          <p:spPr>
            <a:xfrm>
              <a:off x="712366" y="406555"/>
              <a:ext cx="924617" cy="2939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</a:pPr>
              <a:r>
                <a:rPr lang="es-MX" sz="1600" spc="36" noProof="0" dirty="0">
                  <a:solidFill>
                    <a:srgbClr val="002060"/>
                  </a:solidFill>
                  <a:latin typeface="Kollektif"/>
                  <a:ea typeface="Kollektif"/>
                  <a:cs typeface="Kollektif"/>
                  <a:sym typeface="Kollektif"/>
                </a:rPr>
                <a:t>Contiene: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8B59A20B-0FAE-2741-F7DE-D5675C6CCE34}"/>
                </a:ext>
              </a:extLst>
            </p:cNvPr>
            <p:cNvSpPr txBox="1"/>
            <p:nvPr/>
          </p:nvSpPr>
          <p:spPr>
            <a:xfrm>
              <a:off x="345616" y="783346"/>
              <a:ext cx="2932347" cy="98943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Pruebas rápidas de {{PRODUCTO}}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{{CONTENEDOR}}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{{ACCESORIO}}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-Instructivo de uso</a:t>
              </a:r>
            </a:p>
          </p:txBody>
        </p:sp>
        <p:grpSp>
          <p:nvGrpSpPr>
            <p:cNvPr id="18" name="Grupo 4692">
              <a:extLst>
                <a:ext uri="{FF2B5EF4-FFF2-40B4-BE49-F238E27FC236}">
                  <a16:creationId xmlns:a16="http://schemas.microsoft.com/office/drawing/2014/main" id="{36EB2E46-77BA-A446-7314-37F200DCE251}"/>
                </a:ext>
              </a:extLst>
            </p:cNvPr>
            <p:cNvGrpSpPr/>
            <p:nvPr/>
          </p:nvGrpSpPr>
          <p:grpSpPr>
            <a:xfrm>
              <a:off x="359281" y="2311246"/>
              <a:ext cx="2960145" cy="319765"/>
              <a:chOff x="371981" y="2108046"/>
              <a:chExt cx="2960145" cy="319765"/>
            </a:xfrm>
          </p:grpSpPr>
          <p:sp>
            <p:nvSpPr>
              <p:cNvPr id="19" name="TextBox 4">
                <a:extLst>
                  <a:ext uri="{FF2B5EF4-FFF2-40B4-BE49-F238E27FC236}">
                    <a16:creationId xmlns:a16="http://schemas.microsoft.com/office/drawing/2014/main" id="{5E719950-AF5C-4D50-FCA6-88B305AF7D40}"/>
                  </a:ext>
                </a:extLst>
              </p:cNvPr>
              <p:cNvSpPr txBox="1"/>
              <p:nvPr/>
            </p:nvSpPr>
            <p:spPr>
              <a:xfrm>
                <a:off x="1761526" y="2276356"/>
                <a:ext cx="714136" cy="1170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{{CADUCIDAD}}</a:t>
                </a: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AFCB89DC-C877-E3CA-F60A-7F84FD1D6654}"/>
                  </a:ext>
                </a:extLst>
              </p:cNvPr>
              <p:cNvGrpSpPr/>
              <p:nvPr/>
            </p:nvGrpSpPr>
            <p:grpSpPr>
              <a:xfrm>
                <a:off x="2388101" y="2108046"/>
                <a:ext cx="304968" cy="310250"/>
                <a:chOff x="0" y="-19050"/>
                <a:chExt cx="60811" cy="61863"/>
              </a:xfrm>
            </p:grpSpPr>
            <p:sp>
              <p:nvSpPr>
                <p:cNvPr id="29" name="Freeform 6">
                  <a:extLst>
                    <a:ext uri="{FF2B5EF4-FFF2-40B4-BE49-F238E27FC236}">
                      <a16:creationId xmlns:a16="http://schemas.microsoft.com/office/drawing/2014/main" id="{769D3BAB-68F8-08F6-426D-BD941D76D7A9}"/>
                    </a:ext>
                  </a:extLst>
                </p:cNvPr>
                <p:cNvSpPr/>
                <p:nvPr/>
              </p:nvSpPr>
              <p:spPr>
                <a:xfrm>
                  <a:off x="5603" y="10625"/>
                  <a:ext cx="55208" cy="27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30" name="TextBox 7">
                  <a:extLst>
                    <a:ext uri="{FF2B5EF4-FFF2-40B4-BE49-F238E27FC236}">
                      <a16:creationId xmlns:a16="http://schemas.microsoft.com/office/drawing/2014/main" id="{BE9731AE-95BF-EF64-8F68-8349A7CCC17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0067" cy="61863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</p:grpSp>
          <p:sp>
            <p:nvSpPr>
              <p:cNvPr id="21" name="TextBox 9">
                <a:extLst>
                  <a:ext uri="{FF2B5EF4-FFF2-40B4-BE49-F238E27FC236}">
                    <a16:creationId xmlns:a16="http://schemas.microsoft.com/office/drawing/2014/main" id="{91B66D85-753C-25E7-3AB6-7DABFD0AEDD0}"/>
                  </a:ext>
                </a:extLst>
              </p:cNvPr>
              <p:cNvSpPr txBox="1"/>
              <p:nvPr/>
            </p:nvSpPr>
            <p:spPr>
              <a:xfrm>
                <a:off x="2723805" y="2257750"/>
                <a:ext cx="608321" cy="13625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1120"/>
                  </a:lnSpc>
                </a:pPr>
                <a:r>
                  <a:rPr lang="es-MX" sz="900" spc="27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{{REF}}</a:t>
                </a:r>
              </a:p>
            </p:txBody>
          </p:sp>
          <p:sp>
            <p:nvSpPr>
              <p:cNvPr id="22" name="TextBox 10">
                <a:extLst>
                  <a:ext uri="{FF2B5EF4-FFF2-40B4-BE49-F238E27FC236}">
                    <a16:creationId xmlns:a16="http://schemas.microsoft.com/office/drawing/2014/main" id="{6BC86103-2C3C-D286-2138-15768809B8EE}"/>
                  </a:ext>
                </a:extLst>
              </p:cNvPr>
              <p:cNvSpPr txBox="1"/>
              <p:nvPr/>
            </p:nvSpPr>
            <p:spPr>
              <a:xfrm>
                <a:off x="758091" y="2276356"/>
                <a:ext cx="708072" cy="11702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{{LOT}}</a:t>
                </a:r>
              </a:p>
            </p:txBody>
          </p:sp>
          <p:sp>
            <p:nvSpPr>
              <p:cNvPr id="23" name="TextBox 13">
                <a:extLst>
                  <a:ext uri="{FF2B5EF4-FFF2-40B4-BE49-F238E27FC236}">
                    <a16:creationId xmlns:a16="http://schemas.microsoft.com/office/drawing/2014/main" id="{7D42EC38-9E14-524A-DDDA-1D0893DE61F7}"/>
                  </a:ext>
                </a:extLst>
              </p:cNvPr>
              <p:cNvSpPr txBox="1"/>
              <p:nvPr/>
            </p:nvSpPr>
            <p:spPr>
              <a:xfrm>
                <a:off x="371981" y="2108046"/>
                <a:ext cx="301239" cy="310250"/>
              </a:xfrm>
              <a:prstGeom prst="rect">
                <a:avLst/>
              </a:prstGeom>
            </p:spPr>
            <p:txBody>
              <a:bodyPr lIns="50805" tIns="50805" rIns="50805" bIns="50805" rtlCol="0" anchor="ctr"/>
              <a:lstStyle/>
              <a:p>
                <a:pPr algn="ctr">
                  <a:lnSpc>
                    <a:spcPts val="1119"/>
                  </a:lnSpc>
                  <a:spcBef>
                    <a:spcPct val="0"/>
                  </a:spcBef>
                </a:pPr>
                <a:endParaRPr lang="es-MX" noProof="0" dirty="0"/>
              </a:p>
            </p:txBody>
          </p:sp>
          <p:sp>
            <p:nvSpPr>
              <p:cNvPr id="25" name="TextBox 16">
                <a:extLst>
                  <a:ext uri="{FF2B5EF4-FFF2-40B4-BE49-F238E27FC236}">
                    <a16:creationId xmlns:a16="http://schemas.microsoft.com/office/drawing/2014/main" id="{19145B5F-1548-A30B-03E7-3D78027C80E1}"/>
                  </a:ext>
                </a:extLst>
              </p:cNvPr>
              <p:cNvSpPr txBox="1"/>
              <p:nvPr/>
            </p:nvSpPr>
            <p:spPr>
              <a:xfrm>
                <a:off x="2433113" y="2256807"/>
                <a:ext cx="252498" cy="1329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REF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6" name="Freeform 17">
                <a:extLst>
                  <a:ext uri="{FF2B5EF4-FFF2-40B4-BE49-F238E27FC236}">
                    <a16:creationId xmlns:a16="http://schemas.microsoft.com/office/drawing/2014/main" id="{155D529F-0EFE-7314-4B20-C9B42469B477}"/>
                  </a:ext>
                </a:extLst>
              </p:cNvPr>
              <p:cNvSpPr/>
              <p:nvPr/>
            </p:nvSpPr>
            <p:spPr>
              <a:xfrm>
                <a:off x="1607384" y="2233472"/>
                <a:ext cx="181312" cy="194339"/>
              </a:xfrm>
              <a:custGeom>
                <a:avLst/>
                <a:gdLst/>
                <a:ahLst/>
                <a:cxnLst/>
                <a:rect l="l" t="t" r="r" b="b"/>
                <a:pathLst>
                  <a:path w="241749" h="259119">
                    <a:moveTo>
                      <a:pt x="0" y="0"/>
                    </a:moveTo>
                    <a:lnTo>
                      <a:pt x="241748" y="0"/>
                    </a:lnTo>
                    <a:lnTo>
                      <a:pt x="241748" y="259119"/>
                    </a:lnTo>
                    <a:lnTo>
                      <a:pt x="0" y="25911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duotone>
                    <a:prstClr val="black"/>
                    <a:schemeClr val="accent1">
                      <a:tint val="45000"/>
                      <a:satMod val="400000"/>
                    </a:schemeClr>
                  </a:duotone>
                </a:blip>
                <a:stretch>
                  <a:fillRect l="-23278" t="-17131" r="-22699" b="-19060"/>
                </a:stretch>
              </a:blipFill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27" name="TextBox 14">
                <a:extLst>
                  <a:ext uri="{FF2B5EF4-FFF2-40B4-BE49-F238E27FC236}">
                    <a16:creationId xmlns:a16="http://schemas.microsoft.com/office/drawing/2014/main" id="{F98C02A3-1B6D-B5B7-3DCA-E7889D7B0934}"/>
                  </a:ext>
                </a:extLst>
              </p:cNvPr>
              <p:cNvSpPr txBox="1"/>
              <p:nvPr/>
            </p:nvSpPr>
            <p:spPr>
              <a:xfrm>
                <a:off x="484176" y="2258472"/>
                <a:ext cx="219724" cy="13292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LOT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C4532FC2-9989-7175-81BF-8BC31495D5C6}"/>
                  </a:ext>
                </a:extLst>
              </p:cNvPr>
              <p:cNvSpPr/>
              <p:nvPr/>
            </p:nvSpPr>
            <p:spPr>
              <a:xfrm>
                <a:off x="455083" y="2256851"/>
                <a:ext cx="276870" cy="139696"/>
              </a:xfrm>
              <a:custGeom>
                <a:avLst/>
                <a:gdLst/>
                <a:ahLst/>
                <a:cxnLst/>
                <a:rect l="l" t="t" r="r" b="b"/>
                <a:pathLst>
                  <a:path w="60067" h="42813">
                    <a:moveTo>
                      <a:pt x="0" y="0"/>
                    </a:moveTo>
                    <a:lnTo>
                      <a:pt x="60067" y="0"/>
                    </a:lnTo>
                    <a:lnTo>
                      <a:pt x="60067" y="42813"/>
                    </a:lnTo>
                    <a:lnTo>
                      <a:pt x="0" y="4281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2700" cap="sq">
                <a:solidFill>
                  <a:srgbClr val="00206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9368</TotalTime>
  <Words>38</Words>
  <Application>Microsoft Office PowerPoint</Application>
  <PresentationFormat>Personalizado</PresentationFormat>
  <Paragraphs>10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58</cp:revision>
  <dcterms:created xsi:type="dcterms:W3CDTF">2025-07-14T17:28:18Z</dcterms:created>
  <dcterms:modified xsi:type="dcterms:W3CDTF">2026-07-28T22:27:41Z</dcterms:modified>
</cp:coreProperties>
</file>