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94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>
        <p:scale>
          <a:sx n="100" d="100"/>
          <a:sy n="100" d="100"/>
        </p:scale>
        <p:origin x="168" y="-3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9075-D590-8F53-4DBD-594BD6A0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B93D5EA-6D99-79A9-F596-A1629D3CD192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1653" name="Grupo 1652">
            <a:extLst>
              <a:ext uri="{FF2B5EF4-FFF2-40B4-BE49-F238E27FC236}">
                <a16:creationId xmlns:a16="http://schemas.microsoft.com/office/drawing/2014/main" id="{53EAB3D7-3927-45ED-F91F-5C70828A0C48}"/>
              </a:ext>
            </a:extLst>
          </p:cNvPr>
          <p:cNvGrpSpPr/>
          <p:nvPr/>
        </p:nvGrpSpPr>
        <p:grpSpPr>
          <a:xfrm>
            <a:off x="175054" y="213472"/>
            <a:ext cx="1440000" cy="539999"/>
            <a:chOff x="175843" y="216551"/>
            <a:chExt cx="1547998" cy="539999"/>
          </a:xfrm>
        </p:grpSpPr>
        <p:grpSp>
          <p:nvGrpSpPr>
            <p:cNvPr id="1654" name="Grupo 1653">
              <a:extLst>
                <a:ext uri="{FF2B5EF4-FFF2-40B4-BE49-F238E27FC236}">
                  <a16:creationId xmlns:a16="http://schemas.microsoft.com/office/drawing/2014/main" id="{43A48DA3-8700-C031-3AF8-612912DB26BB}"/>
                </a:ext>
              </a:extLst>
            </p:cNvPr>
            <p:cNvGrpSpPr/>
            <p:nvPr/>
          </p:nvGrpSpPr>
          <p:grpSpPr>
            <a:xfrm>
              <a:off x="175843" y="216551"/>
              <a:ext cx="1547998" cy="539999"/>
              <a:chOff x="833370" y="1970862"/>
              <a:chExt cx="1547998" cy="539999"/>
            </a:xfrm>
          </p:grpSpPr>
          <p:grpSp>
            <p:nvGrpSpPr>
              <p:cNvPr id="1660" name="Grupo 1659">
                <a:extLst>
                  <a:ext uri="{FF2B5EF4-FFF2-40B4-BE49-F238E27FC236}">
                    <a16:creationId xmlns:a16="http://schemas.microsoft.com/office/drawing/2014/main" id="{FF48222C-64E9-23E0-4FDF-DAC5ECE26729}"/>
                  </a:ext>
                </a:extLst>
              </p:cNvPr>
              <p:cNvGrpSpPr/>
              <p:nvPr/>
            </p:nvGrpSpPr>
            <p:grpSpPr>
              <a:xfrm>
                <a:off x="833370" y="1970862"/>
                <a:ext cx="1547998" cy="539999"/>
                <a:chOff x="7624571" y="917981"/>
                <a:chExt cx="1101013" cy="240688"/>
              </a:xfrm>
            </p:grpSpPr>
            <p:sp>
              <p:nvSpPr>
                <p:cNvPr id="1662" name="Freeform 2">
                  <a:extLst>
                    <a:ext uri="{FF2B5EF4-FFF2-40B4-BE49-F238E27FC236}">
                      <a16:creationId xmlns:a16="http://schemas.microsoft.com/office/drawing/2014/main" id="{9AC15CC0-730C-115B-AF3A-13AF64CA2F8C}"/>
                    </a:ext>
                  </a:extLst>
                </p:cNvPr>
                <p:cNvSpPr/>
                <p:nvPr/>
              </p:nvSpPr>
              <p:spPr>
                <a:xfrm>
                  <a:off x="7624571" y="917981"/>
                  <a:ext cx="1101013" cy="240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9968" h="361935">
                      <a:moveTo>
                        <a:pt x="0" y="0"/>
                      </a:moveTo>
                      <a:lnTo>
                        <a:pt x="849968" y="0"/>
                      </a:lnTo>
                      <a:lnTo>
                        <a:pt x="849968" y="361935"/>
                      </a:lnTo>
                      <a:lnTo>
                        <a:pt x="0" y="3619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 l="-95588" t="-199699" r="-208483" b="-233807"/>
                  </a:stretch>
                </a:blipFill>
                <a:ln w="9525" cap="sq">
                  <a:solidFill>
                    <a:srgbClr val="1D70AE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sz="1400" noProof="0" dirty="0"/>
                </a:p>
              </p:txBody>
            </p:sp>
            <p:sp>
              <p:nvSpPr>
                <p:cNvPr id="1663" name="Freeform 3">
                  <a:extLst>
                    <a:ext uri="{FF2B5EF4-FFF2-40B4-BE49-F238E27FC236}">
                      <a16:creationId xmlns:a16="http://schemas.microsoft.com/office/drawing/2014/main" id="{6D5F50B9-CD12-76B9-F5C6-C9D9AB79EA61}"/>
                    </a:ext>
                  </a:extLst>
                </p:cNvPr>
                <p:cNvSpPr/>
                <p:nvPr/>
              </p:nvSpPr>
              <p:spPr>
                <a:xfrm>
                  <a:off x="7659955" y="932038"/>
                  <a:ext cx="32518" cy="40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18" h="57747">
                      <a:moveTo>
                        <a:pt x="0" y="0"/>
                      </a:moveTo>
                      <a:lnTo>
                        <a:pt x="24518" y="0"/>
                      </a:lnTo>
                      <a:lnTo>
                        <a:pt x="24518" y="57746"/>
                      </a:lnTo>
                      <a:lnTo>
                        <a:pt x="0" y="577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1664" name="TextBox 6">
                  <a:extLst>
                    <a:ext uri="{FF2B5EF4-FFF2-40B4-BE49-F238E27FC236}">
                      <a16:creationId xmlns:a16="http://schemas.microsoft.com/office/drawing/2014/main" id="{12CF028D-6C91-D1D3-25D7-BE57D4A3CB85}"/>
                    </a:ext>
                  </a:extLst>
                </p:cNvPr>
                <p:cNvSpPr txBox="1"/>
                <p:nvPr/>
              </p:nvSpPr>
              <p:spPr>
                <a:xfrm>
                  <a:off x="7818737" y="1053842"/>
                  <a:ext cx="328039" cy="40011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>
                    <a:lnSpc>
                      <a:spcPts val="669"/>
                    </a:lnSpc>
                  </a:pPr>
                  <a:r>
                    <a:rPr lang="es-MX" sz="600" noProof="0" dirty="0">
                      <a:solidFill>
                        <a:srgbClr val="000000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{{LOT}}</a:t>
                  </a:r>
                </a:p>
              </p:txBody>
            </p:sp>
            <p:sp>
              <p:nvSpPr>
                <p:cNvPr id="1665" name="TextBox 8">
                  <a:extLst>
                    <a:ext uri="{FF2B5EF4-FFF2-40B4-BE49-F238E27FC236}">
                      <a16:creationId xmlns:a16="http://schemas.microsoft.com/office/drawing/2014/main" id="{4F6CE4AE-C512-BF20-F08C-DE40357623B2}"/>
                    </a:ext>
                  </a:extLst>
                </p:cNvPr>
                <p:cNvSpPr txBox="1"/>
                <p:nvPr/>
              </p:nvSpPr>
              <p:spPr>
                <a:xfrm>
                  <a:off x="7724786" y="959310"/>
                  <a:ext cx="900583" cy="83596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655"/>
                    </a:lnSpc>
                  </a:pPr>
                  <a:r>
                    <a:rPr lang="es-MX" sz="900" b="1" noProof="0" dirty="0">
                      <a:solidFill>
                        <a:srgbClr val="0F1316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Buffer de </a:t>
                  </a:r>
                </a:p>
                <a:p>
                  <a:pPr algn="ctr">
                    <a:lnSpc>
                      <a:spcPts val="655"/>
                    </a:lnSpc>
                  </a:pPr>
                  <a:r>
                    <a:rPr lang="es-MX" sz="900" b="1" noProof="0" dirty="0">
                      <a:solidFill>
                        <a:srgbClr val="0F1316"/>
                      </a:solidFill>
                      <a:latin typeface="Century Gothic Paneuropean Bold"/>
                      <a:ea typeface="Century Gothic Paneuropean Bold"/>
                      <a:cs typeface="Century Gothic Paneuropean Bold"/>
                      <a:sym typeface="Century Gothic Paneuropean Bold"/>
                    </a:rPr>
                    <a:t>{{NAME}}</a:t>
                  </a:r>
                  <a:endParaRPr lang="es-MX" sz="900" b="1" i="1" noProof="0" dirty="0">
                    <a:solidFill>
                      <a:srgbClr val="0F1316"/>
                    </a:solidFill>
                    <a:latin typeface="Century Gothic Paneuropean Bold"/>
                    <a:ea typeface="Century Gothic Paneuropean Bold"/>
                    <a:cs typeface="Century Gothic Paneuropean Bold"/>
                    <a:sym typeface="Century Gothic Paneuropean Bold"/>
                  </a:endParaRPr>
                </a:p>
              </p:txBody>
            </p:sp>
            <p:sp>
              <p:nvSpPr>
                <p:cNvPr id="1666" name="TextBox 9">
                  <a:extLst>
                    <a:ext uri="{FF2B5EF4-FFF2-40B4-BE49-F238E27FC236}">
                      <a16:creationId xmlns:a16="http://schemas.microsoft.com/office/drawing/2014/main" id="{A3F0F25F-9365-13F1-DFA6-3F0D2EFD8525}"/>
                    </a:ext>
                  </a:extLst>
                </p:cNvPr>
                <p:cNvSpPr txBox="1"/>
                <p:nvPr/>
              </p:nvSpPr>
              <p:spPr>
                <a:xfrm>
                  <a:off x="7676192" y="943536"/>
                  <a:ext cx="139619" cy="18891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268"/>
                    </a:lnSpc>
                    <a:spcBef>
                      <a:spcPct val="0"/>
                    </a:spcBef>
                  </a:pPr>
                  <a:r>
                    <a:rPr lang="es-MX" sz="400" noProof="0" dirty="0">
                      <a:solidFill>
                        <a:srgbClr val="000000"/>
                      </a:solidFill>
                      <a:latin typeface="Century Gothic Paneuropean"/>
                      <a:ea typeface="Century Gothic Paneuropean"/>
                      <a:cs typeface="Century Gothic Paneuropean"/>
                      <a:sym typeface="Century Gothic Paneuropean"/>
                    </a:rPr>
                    <a:t>2-30°C</a:t>
                  </a:r>
                </a:p>
              </p:txBody>
            </p:sp>
          </p:grpSp>
          <p:sp>
            <p:nvSpPr>
              <p:cNvPr id="1661" name="TextBox 6">
                <a:extLst>
                  <a:ext uri="{FF2B5EF4-FFF2-40B4-BE49-F238E27FC236}">
                    <a16:creationId xmlns:a16="http://schemas.microsoft.com/office/drawing/2014/main" id="{A63182D5-D1B5-97D8-BDCE-5FEF360ABD99}"/>
                  </a:ext>
                </a:extLst>
              </p:cNvPr>
              <p:cNvSpPr txBox="1"/>
              <p:nvPr/>
            </p:nvSpPr>
            <p:spPr>
              <a:xfrm>
                <a:off x="904560" y="2278055"/>
                <a:ext cx="208456" cy="89768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669"/>
                  </a:lnSpc>
                </a:pPr>
                <a:r>
                  <a:rPr lang="es-MX" sz="600" b="1" noProof="0" dirty="0">
                    <a:solidFill>
                      <a:srgbClr val="000000"/>
                    </a:solidFill>
                    <a:latin typeface="Century Gothic Paneuropean Bold"/>
                    <a:ea typeface="Century Gothic Paneuropean Bold"/>
                    <a:cs typeface="Century Gothic Paneuropean Bold"/>
                    <a:sym typeface="Century Gothic Paneuropean Bold"/>
                  </a:rPr>
                  <a:t>LOT</a:t>
                </a:r>
              </a:p>
            </p:txBody>
          </p:sp>
        </p:grpSp>
        <p:sp>
          <p:nvSpPr>
            <p:cNvPr id="1655" name="TextBox 13">
              <a:extLst>
                <a:ext uri="{FF2B5EF4-FFF2-40B4-BE49-F238E27FC236}">
                  <a16:creationId xmlns:a16="http://schemas.microsoft.com/office/drawing/2014/main" id="{2F247DA6-DAC3-E1E3-093E-62BA04828A2C}"/>
                </a:ext>
              </a:extLst>
            </p:cNvPr>
            <p:cNvSpPr txBox="1"/>
            <p:nvPr/>
          </p:nvSpPr>
          <p:spPr>
            <a:xfrm>
              <a:off x="887047" y="560259"/>
              <a:ext cx="611616" cy="164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32"/>
                </a:lnSpc>
              </a:pPr>
              <a:r>
                <a:rPr lang="es-MX" sz="600" dirty="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{{CADUCIDAD}}</a:t>
              </a:r>
              <a:endParaRPr lang="es-MX" sz="600" noProof="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</p:txBody>
        </p:sp>
        <p:sp>
          <p:nvSpPr>
            <p:cNvPr id="1656" name="Freeform 14">
              <a:extLst>
                <a:ext uri="{FF2B5EF4-FFF2-40B4-BE49-F238E27FC236}">
                  <a16:creationId xmlns:a16="http://schemas.microsoft.com/office/drawing/2014/main" id="{65907D6C-3BB0-F526-4D0D-A00C425DFCE9}"/>
                </a:ext>
              </a:extLst>
            </p:cNvPr>
            <p:cNvSpPr/>
            <p:nvPr/>
          </p:nvSpPr>
          <p:spPr>
            <a:xfrm>
              <a:off x="785767" y="620614"/>
              <a:ext cx="103822" cy="112948"/>
            </a:xfrm>
            <a:custGeom>
              <a:avLst/>
              <a:gdLst/>
              <a:ahLst/>
              <a:cxnLst/>
              <a:rect l="l" t="t" r="r" b="b"/>
              <a:pathLst>
                <a:path w="184114" h="197343">
                  <a:moveTo>
                    <a:pt x="0" y="0"/>
                  </a:moveTo>
                  <a:lnTo>
                    <a:pt x="184114" y="0"/>
                  </a:lnTo>
                  <a:lnTo>
                    <a:pt x="184114" y="197343"/>
                  </a:lnTo>
                  <a:lnTo>
                    <a:pt x="0" y="197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biLevel thresh="50000"/>
              </a:blip>
              <a:stretch>
                <a:fillRect l="-23278" t="-17131" r="-22699" b="-19060"/>
              </a:stretch>
            </a:blipFill>
          </p:spPr>
          <p:txBody>
            <a:bodyPr/>
            <a:lstStyle/>
            <a:p>
              <a:endParaRPr lang="es-MX" sz="1400" noProof="0" dirty="0"/>
            </a:p>
          </p:txBody>
        </p:sp>
        <p:sp>
          <p:nvSpPr>
            <p:cNvPr id="1657" name="TextBox 6">
              <a:extLst>
                <a:ext uri="{FF2B5EF4-FFF2-40B4-BE49-F238E27FC236}">
                  <a16:creationId xmlns:a16="http://schemas.microsoft.com/office/drawing/2014/main" id="{D4D4BAA9-11C9-B653-E2DE-A97CBDB710E3}"/>
                </a:ext>
              </a:extLst>
            </p:cNvPr>
            <p:cNvSpPr txBox="1"/>
            <p:nvPr/>
          </p:nvSpPr>
          <p:spPr>
            <a:xfrm>
              <a:off x="1405782" y="516600"/>
              <a:ext cx="242031" cy="897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69"/>
                </a:lnSpc>
              </a:pPr>
              <a:r>
                <a:rPr lang="es-MX" sz="600" dirty="0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3</a:t>
              </a:r>
              <a:r>
                <a:rPr lang="es-MX" sz="600" noProof="0" dirty="0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 </a:t>
              </a:r>
              <a:r>
                <a:rPr lang="es-MX" sz="600" noProof="0" dirty="0" err="1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mL</a:t>
              </a:r>
              <a:endParaRPr lang="es-MX" sz="600" noProof="0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endParaRPr>
            </a:p>
          </p:txBody>
        </p:sp>
        <p:sp>
          <p:nvSpPr>
            <p:cNvPr id="1658" name="Freeform 28">
              <a:extLst>
                <a:ext uri="{FF2B5EF4-FFF2-40B4-BE49-F238E27FC236}">
                  <a16:creationId xmlns:a16="http://schemas.microsoft.com/office/drawing/2014/main" id="{DF84868D-20FD-CFDA-91BE-B97CB10931CD}"/>
                </a:ext>
              </a:extLst>
            </p:cNvPr>
            <p:cNvSpPr/>
            <p:nvPr/>
          </p:nvSpPr>
          <p:spPr>
            <a:xfrm>
              <a:off x="1262183" y="523392"/>
              <a:ext cx="156696" cy="75960"/>
            </a:xfrm>
            <a:custGeom>
              <a:avLst/>
              <a:gdLst/>
              <a:ahLst/>
              <a:cxnLst/>
              <a:rect l="l" t="t" r="r" b="b"/>
              <a:pathLst>
                <a:path w="293431" h="163301">
                  <a:moveTo>
                    <a:pt x="0" y="0"/>
                  </a:moveTo>
                  <a:lnTo>
                    <a:pt x="293431" y="0"/>
                  </a:lnTo>
                  <a:lnTo>
                    <a:pt x="293431" y="163301"/>
                  </a:lnTo>
                  <a:lnTo>
                    <a:pt x="0" y="163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659" name="Rectángulo 1658">
              <a:extLst>
                <a:ext uri="{FF2B5EF4-FFF2-40B4-BE49-F238E27FC236}">
                  <a16:creationId xmlns:a16="http://schemas.microsoft.com/office/drawing/2014/main" id="{52F472C0-B465-3F9F-A469-E7F4A2AF0AB8}"/>
                </a:ext>
              </a:extLst>
            </p:cNvPr>
            <p:cNvSpPr/>
            <p:nvPr/>
          </p:nvSpPr>
          <p:spPr>
            <a:xfrm>
              <a:off x="282364" y="522112"/>
              <a:ext cx="135747" cy="84256"/>
            </a:xfrm>
            <a:prstGeom prst="rect">
              <a:avLst/>
            </a:prstGeom>
            <a:no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 sz="14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5201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88FAD2-B7F9-4903-987D-CDD9A8C1D57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e175be-4b55-470b-b637-951ba24d42e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9443</TotalTime>
  <Words>17</Words>
  <Application>Microsoft Office PowerPoint</Application>
  <PresentationFormat>Personalizado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Century Gothic Paneuropean</vt:lpstr>
      <vt:lpstr>Century Gothic Paneuropean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64</cp:revision>
  <dcterms:created xsi:type="dcterms:W3CDTF">2025-07-14T17:28:18Z</dcterms:created>
  <dcterms:modified xsi:type="dcterms:W3CDTF">2026-08-03T15:01:09Z</dcterms:modified>
</cp:coreProperties>
</file>