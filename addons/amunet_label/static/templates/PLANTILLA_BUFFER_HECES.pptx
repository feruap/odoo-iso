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10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>
        <p:scale>
          <a:sx n="100" d="100"/>
          <a:sy n="100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7AE1-B5EA-59D4-5580-A6E08270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6D9392C8-6EF3-B91C-CF7C-8957F80AFBCB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1393" name="Grupo 481 c538">
            <a:extLst>
              <a:ext uri="{FF2B5EF4-FFF2-40B4-BE49-F238E27FC236}">
                <a16:creationId xmlns:a16="http://schemas.microsoft.com/office/drawing/2014/main" id="{5241BC75-1661-5A41-0B6C-FFD1BC194FD6}"/>
              </a:ext>
            </a:extLst>
          </p:cNvPr>
          <p:cNvGrpSpPr/>
          <p:nvPr/>
        </p:nvGrpSpPr>
        <p:grpSpPr>
          <a:xfrm>
            <a:off x="175845" y="211014"/>
            <a:ext cx="1728000" cy="1080000"/>
            <a:chOff x="175835" y="225671"/>
            <a:chExt cx="1800000" cy="1080000"/>
          </a:xfrm>
        </p:grpSpPr>
        <p:grpSp>
          <p:nvGrpSpPr>
            <p:cNvPr id="1394" name="Grupo 482 c539">
              <a:extLst>
                <a:ext uri="{FF2B5EF4-FFF2-40B4-BE49-F238E27FC236}">
                  <a16:creationId xmlns:a16="http://schemas.microsoft.com/office/drawing/2014/main" id="{6FF66AC8-049B-1BC7-DCE4-A26C05F988ED}"/>
                </a:ext>
              </a:extLst>
            </p:cNvPr>
            <p:cNvGrpSpPr/>
            <p:nvPr/>
          </p:nvGrpSpPr>
          <p:grpSpPr>
            <a:xfrm>
              <a:off x="175835" y="225671"/>
              <a:ext cx="1800000" cy="1080000"/>
              <a:chOff x="833362" y="1979982"/>
              <a:chExt cx="1800000" cy="1080000"/>
            </a:xfrm>
          </p:grpSpPr>
          <p:grpSp>
            <p:nvGrpSpPr>
              <p:cNvPr id="960" name="Grupo 488 c540">
                <a:extLst>
                  <a:ext uri="{FF2B5EF4-FFF2-40B4-BE49-F238E27FC236}">
                    <a16:creationId xmlns:a16="http://schemas.microsoft.com/office/drawing/2014/main" id="{3F54F9B5-026D-1F28-7FF4-8DEF43AF2492}"/>
                  </a:ext>
                </a:extLst>
              </p:cNvPr>
              <p:cNvGrpSpPr/>
              <p:nvPr/>
            </p:nvGrpSpPr>
            <p:grpSpPr>
              <a:xfrm>
                <a:off x="833362" y="1979982"/>
                <a:ext cx="1800000" cy="1080000"/>
                <a:chOff x="7624558" y="922047"/>
                <a:chExt cx="1280248" cy="481378"/>
              </a:xfrm>
            </p:grpSpPr>
            <p:sp>
              <p:nvSpPr>
                <p:cNvPr id="962" name="Freeform 2 c541">
                  <a:extLst>
                    <a:ext uri="{FF2B5EF4-FFF2-40B4-BE49-F238E27FC236}">
                      <a16:creationId xmlns:a16="http://schemas.microsoft.com/office/drawing/2014/main" id="{7B0A9B85-44B1-D690-D495-7FCE45DEF10E}"/>
                    </a:ext>
                  </a:extLst>
                </p:cNvPr>
                <p:cNvSpPr/>
                <p:nvPr/>
              </p:nvSpPr>
              <p:spPr>
                <a:xfrm>
                  <a:off x="7624558" y="922047"/>
                  <a:ext cx="1280248" cy="481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9968" h="361935">
                      <a:moveTo>
                        <a:pt x="0" y="0"/>
                      </a:moveTo>
                      <a:lnTo>
                        <a:pt x="849968" y="0"/>
                      </a:lnTo>
                      <a:lnTo>
                        <a:pt x="849968" y="361935"/>
                      </a:lnTo>
                      <a:lnTo>
                        <a:pt x="0" y="3619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 l="-95588" t="-199699" r="-208483" b="-233807"/>
                  </a:stretch>
                </a:blipFill>
                <a:ln w="9525" cap="sq">
                  <a:solidFill>
                    <a:srgbClr val="1D70AE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963" name="Freeform 3 c542">
                  <a:extLst>
                    <a:ext uri="{FF2B5EF4-FFF2-40B4-BE49-F238E27FC236}">
                      <a16:creationId xmlns:a16="http://schemas.microsoft.com/office/drawing/2014/main" id="{64ACE4B9-540E-E309-7125-EE0E5107C336}"/>
                    </a:ext>
                  </a:extLst>
                </p:cNvPr>
                <p:cNvSpPr/>
                <p:nvPr/>
              </p:nvSpPr>
              <p:spPr>
                <a:xfrm>
                  <a:off x="7688747" y="957345"/>
                  <a:ext cx="33759" cy="57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8" h="57747">
                      <a:moveTo>
                        <a:pt x="0" y="0"/>
                      </a:moveTo>
                      <a:lnTo>
                        <a:pt x="24518" y="0"/>
                      </a:lnTo>
                      <a:lnTo>
                        <a:pt x="24518" y="57746"/>
                      </a:lnTo>
                      <a:lnTo>
                        <a:pt x="0" y="577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964" name="TextBox 6 c543">
                  <a:extLst>
                    <a:ext uri="{FF2B5EF4-FFF2-40B4-BE49-F238E27FC236}">
                      <a16:creationId xmlns:a16="http://schemas.microsoft.com/office/drawing/2014/main" id="{42FD8D0E-F3DE-D9C2-AD3E-1AB8EC8BE96C}"/>
                    </a:ext>
                  </a:extLst>
                </p:cNvPr>
                <p:cNvSpPr txBox="1"/>
                <p:nvPr/>
              </p:nvSpPr>
              <p:spPr>
                <a:xfrm>
                  <a:off x="7878921" y="1229093"/>
                  <a:ext cx="404602" cy="41326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ts val="669"/>
                    </a:lnSpc>
                  </a:pPr>
                  <a:r>
                    <a:rPr lang="es-MX" sz="750" noProof="0" dirty="0">
                      <a:solidFill>
                        <a:srgbClr val="000000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{{LOT}}</a:t>
                  </a:r>
                </a:p>
              </p:txBody>
            </p:sp>
            <p:sp>
              <p:nvSpPr>
                <p:cNvPr id="965" name="TextBox 8 c544">
                  <a:extLst>
                    <a:ext uri="{FF2B5EF4-FFF2-40B4-BE49-F238E27FC236}">
                      <a16:creationId xmlns:a16="http://schemas.microsoft.com/office/drawing/2014/main" id="{75A25515-074A-8568-E8D5-5ECDB19151A6}"/>
                    </a:ext>
                  </a:extLst>
                </p:cNvPr>
                <p:cNvSpPr txBox="1"/>
                <p:nvPr/>
              </p:nvSpPr>
              <p:spPr>
                <a:xfrm>
                  <a:off x="7719795" y="1044800"/>
                  <a:ext cx="1111041" cy="128151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655"/>
                    </a:lnSpc>
                  </a:pPr>
                  <a:r>
                    <a:rPr lang="es-MX" sz="1200" b="1" noProof="0" dirty="0">
                      <a:solidFill>
                        <a:srgbClr val="0F1316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Buffer de</a:t>
                  </a:r>
                </a:p>
                <a:p>
                  <a:pPr algn="ctr">
                    <a:lnSpc>
                      <a:spcPts val="655"/>
                    </a:lnSpc>
                  </a:pPr>
                  <a:r>
                    <a:rPr lang="es-MX" sz="1200" b="1" noProof="0" dirty="0">
                      <a:solidFill>
                        <a:srgbClr val="0F1316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 </a:t>
                  </a:r>
                </a:p>
                <a:p>
                  <a:pPr algn="ctr">
                    <a:lnSpc>
                      <a:spcPts val="655"/>
                    </a:lnSpc>
                  </a:pPr>
                  <a:r>
                    <a:rPr lang="es-MX" sz="1200" b="1" dirty="0">
                      <a:solidFill>
                        <a:srgbClr val="0F1316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{{NAME}}</a:t>
                  </a:r>
                  <a:endParaRPr lang="es-MX" sz="1200" b="1" noProof="0" dirty="0">
                    <a:solidFill>
                      <a:srgbClr val="0F1316"/>
                    </a:solidFill>
                    <a:latin typeface="Century Gothic Paneuropean Bold"/>
                    <a:ea typeface="Century Gothic Paneuropean Bold"/>
                    <a:cs typeface="Century Gothic Paneuropean Bold"/>
                    <a:sym typeface="Century Gothic Paneuropean Bold"/>
                  </a:endParaRPr>
                </a:p>
              </p:txBody>
            </p:sp>
            <p:sp>
              <p:nvSpPr>
                <p:cNvPr id="966" name="TextBox 9 c545">
                  <a:extLst>
                    <a:ext uri="{FF2B5EF4-FFF2-40B4-BE49-F238E27FC236}">
                      <a16:creationId xmlns:a16="http://schemas.microsoft.com/office/drawing/2014/main" id="{B4AD4E5E-72AF-816E-28B7-387508D8681E}"/>
                    </a:ext>
                  </a:extLst>
                </p:cNvPr>
                <p:cNvSpPr txBox="1"/>
                <p:nvPr/>
              </p:nvSpPr>
              <p:spPr>
                <a:xfrm>
                  <a:off x="7719795" y="985985"/>
                  <a:ext cx="211076" cy="21921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268"/>
                    </a:lnSpc>
                    <a:spcBef>
                      <a:spcPct val="0"/>
                    </a:spcBef>
                  </a:pPr>
                  <a:r>
                    <a:rPr lang="es-MX" sz="600" noProof="0" dirty="0">
                      <a:solidFill>
                        <a:srgbClr val="000000"/>
                      </a:solidFill>
                      <a:latin typeface="Century Gothic Paneuropean"/>
                      <a:ea typeface="Century Gothic Paneuropean"/>
                      <a:cs typeface="Century Gothic Paneuropean"/>
                      <a:sym typeface="Century Gothic Paneuropean"/>
                    </a:rPr>
                    <a:t>2-30°C</a:t>
                  </a:r>
                </a:p>
              </p:txBody>
            </p:sp>
          </p:grpSp>
          <p:sp>
            <p:nvSpPr>
              <p:cNvPr id="961" name="TextBox 6 c546">
                <a:extLst>
                  <a:ext uri="{FF2B5EF4-FFF2-40B4-BE49-F238E27FC236}">
                    <a16:creationId xmlns:a16="http://schemas.microsoft.com/office/drawing/2014/main" id="{C0D7861F-4164-120C-F165-8C7EBEF389F5}"/>
                  </a:ext>
                </a:extLst>
              </p:cNvPr>
              <p:cNvSpPr txBox="1"/>
              <p:nvPr/>
            </p:nvSpPr>
            <p:spPr>
              <a:xfrm>
                <a:off x="957489" y="2668865"/>
                <a:ext cx="208456" cy="91051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669"/>
                  </a:lnSpc>
                </a:pPr>
                <a:r>
                  <a:rPr lang="es-MX" sz="700" b="1" noProof="0" dirty="0">
                    <a:solidFill>
                      <a:srgbClr val="000000"/>
                    </a:solidFill>
                    <a:latin typeface="Century Gothic Paneuropean Bold"/>
                    <a:ea typeface="Century Gothic Paneuropean Bold"/>
                    <a:cs typeface="Century Gothic Paneuropean Bold"/>
                    <a:sym typeface="Century Gothic Paneuropean Bold"/>
                  </a:rPr>
                  <a:t>LOT</a:t>
                </a:r>
              </a:p>
            </p:txBody>
          </p:sp>
        </p:grpSp>
        <p:sp>
          <p:nvSpPr>
            <p:cNvPr id="1395" name="TextBox 13 c547">
              <a:extLst>
                <a:ext uri="{FF2B5EF4-FFF2-40B4-BE49-F238E27FC236}">
                  <a16:creationId xmlns:a16="http://schemas.microsoft.com/office/drawing/2014/main" id="{85A44D83-D34E-A75D-7DDA-25F1520C78A1}"/>
                </a:ext>
              </a:extLst>
            </p:cNvPr>
            <p:cNvSpPr txBox="1"/>
            <p:nvPr/>
          </p:nvSpPr>
          <p:spPr>
            <a:xfrm>
              <a:off x="994679" y="1040878"/>
              <a:ext cx="695614" cy="1696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32"/>
                </a:lnSpc>
              </a:pPr>
              <a:r>
                <a:rPr lang="es-MX" sz="750" dirty="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{{CADUCIDAD}}</a:t>
              </a:r>
              <a:endParaRPr lang="es-MX" sz="750" noProof="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</p:txBody>
        </p:sp>
        <p:sp>
          <p:nvSpPr>
            <p:cNvPr id="1396" name="Freeform 14 c548">
              <a:extLst>
                <a:ext uri="{FF2B5EF4-FFF2-40B4-BE49-F238E27FC236}">
                  <a16:creationId xmlns:a16="http://schemas.microsoft.com/office/drawing/2014/main" id="{E880DDDA-5D7C-7A0E-2BC8-134D4081AF8A}"/>
                </a:ext>
              </a:extLst>
            </p:cNvPr>
            <p:cNvSpPr/>
            <p:nvPr/>
          </p:nvSpPr>
          <p:spPr>
            <a:xfrm>
              <a:off x="869145" y="1086232"/>
              <a:ext cx="127836" cy="143878"/>
            </a:xfrm>
            <a:custGeom>
              <a:avLst/>
              <a:gdLst/>
              <a:ahLst/>
              <a:cxnLst/>
              <a:rect l="l" t="t" r="r" b="b"/>
              <a:pathLst>
                <a:path w="184114" h="197343">
                  <a:moveTo>
                    <a:pt x="0" y="0"/>
                  </a:moveTo>
                  <a:lnTo>
                    <a:pt x="184114" y="0"/>
                  </a:lnTo>
                  <a:lnTo>
                    <a:pt x="184114" y="197343"/>
                  </a:lnTo>
                  <a:lnTo>
                    <a:pt x="0" y="197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biLevel thresh="50000"/>
              </a:blip>
              <a:stretch>
                <a:fillRect l="-23278" t="-17131" r="-22699" b="-19060"/>
              </a:stretch>
            </a:blipFill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397" name="TextBox 6 c549">
              <a:extLst>
                <a:ext uri="{FF2B5EF4-FFF2-40B4-BE49-F238E27FC236}">
                  <a16:creationId xmlns:a16="http://schemas.microsoft.com/office/drawing/2014/main" id="{BB72CD4F-97B1-FDCC-FC5E-3A67387BD8A0}"/>
                </a:ext>
              </a:extLst>
            </p:cNvPr>
            <p:cNvSpPr txBox="1"/>
            <p:nvPr/>
          </p:nvSpPr>
          <p:spPr>
            <a:xfrm>
              <a:off x="1572892" y="916565"/>
              <a:ext cx="300757" cy="94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69"/>
                </a:lnSpc>
              </a:pPr>
              <a:r>
                <a:rPr lang="es-MX" sz="750" noProof="0" dirty="0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3 </a:t>
              </a:r>
              <a:r>
                <a:rPr lang="es-MX" sz="750" noProof="0" dirty="0" err="1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mL</a:t>
              </a:r>
              <a:endParaRPr lang="es-MX" sz="750" noProof="0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endParaRPr>
            </a:p>
          </p:txBody>
        </p:sp>
        <p:sp>
          <p:nvSpPr>
            <p:cNvPr id="1398" name="Freeform 28 c550">
              <a:extLst>
                <a:ext uri="{FF2B5EF4-FFF2-40B4-BE49-F238E27FC236}">
                  <a16:creationId xmlns:a16="http://schemas.microsoft.com/office/drawing/2014/main" id="{80CE98B8-DC56-338F-0E3B-02B679F32085}"/>
                </a:ext>
              </a:extLst>
            </p:cNvPr>
            <p:cNvSpPr/>
            <p:nvPr/>
          </p:nvSpPr>
          <p:spPr>
            <a:xfrm>
              <a:off x="1377805" y="898841"/>
              <a:ext cx="220073" cy="122476"/>
            </a:xfrm>
            <a:custGeom>
              <a:avLst/>
              <a:gdLst/>
              <a:ahLst/>
              <a:cxnLst/>
              <a:rect l="l" t="t" r="r" b="b"/>
              <a:pathLst>
                <a:path w="293431" h="163301">
                  <a:moveTo>
                    <a:pt x="0" y="0"/>
                  </a:moveTo>
                  <a:lnTo>
                    <a:pt x="293431" y="0"/>
                  </a:lnTo>
                  <a:lnTo>
                    <a:pt x="293431" y="163301"/>
                  </a:lnTo>
                  <a:lnTo>
                    <a:pt x="0" y="1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399" name="Rectángulo 487 c551">
              <a:extLst>
                <a:ext uri="{FF2B5EF4-FFF2-40B4-BE49-F238E27FC236}">
                  <a16:creationId xmlns:a16="http://schemas.microsoft.com/office/drawing/2014/main" id="{A0B208FF-2E2B-F7E5-58C5-8A18F389CB33}"/>
                </a:ext>
              </a:extLst>
            </p:cNvPr>
            <p:cNvSpPr/>
            <p:nvPr/>
          </p:nvSpPr>
          <p:spPr>
            <a:xfrm>
              <a:off x="309736" y="901025"/>
              <a:ext cx="196301" cy="104579"/>
            </a:xfrm>
            <a:prstGeom prst="rect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8601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88FAD2-B7F9-4903-987D-CDD9A8C1D57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e175be-4b55-470b-b637-951ba24d42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9417</TotalTime>
  <Words>18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Century Gothic Paneuropean</vt:lpstr>
      <vt:lpstr>Century Gothic Paneuropean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63</cp:revision>
  <dcterms:created xsi:type="dcterms:W3CDTF">2025-07-14T17:28:18Z</dcterms:created>
  <dcterms:modified xsi:type="dcterms:W3CDTF">2026-08-03T14:35:16Z</dcterms:modified>
</cp:coreProperties>
</file>