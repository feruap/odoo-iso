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"/>
  </p:notesMasterIdLst>
  <p:sldIdLst>
    <p:sldId id="310" r:id="rId2"/>
  </p:sldIdLst>
  <p:sldSz cx="10058400" cy="15544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B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74" autoAdjust="0"/>
    <p:restoredTop sz="94660"/>
  </p:normalViewPr>
  <p:slideViewPr>
    <p:cSldViewPr snapToGrid="0">
      <p:cViewPr>
        <p:scale>
          <a:sx n="100" d="100"/>
          <a:sy n="100" d="100"/>
        </p:scale>
        <p:origin x="16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59D5F8-7886-481A-93B2-8AEFCAC79255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430463" y="1143000"/>
            <a:ext cx="19970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AC2715-8E7E-4085-A6D1-F06AC3C2FDD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822426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4380" y="2544023"/>
            <a:ext cx="8549640" cy="5411893"/>
          </a:xfrm>
        </p:spPr>
        <p:txBody>
          <a:bodyPr anchor="b"/>
          <a:lstStyle>
            <a:lvl1pPr algn="ctr">
              <a:defRPr sz="66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7300" y="8164619"/>
            <a:ext cx="7543800" cy="3753061"/>
          </a:xfrm>
        </p:spPr>
        <p:txBody>
          <a:bodyPr/>
          <a:lstStyle>
            <a:lvl1pPr marL="0" indent="0" algn="ctr">
              <a:buNone/>
              <a:defRPr sz="2640"/>
            </a:lvl1pPr>
            <a:lvl2pPr marL="502920" indent="0" algn="ctr">
              <a:buNone/>
              <a:defRPr sz="2200"/>
            </a:lvl2pPr>
            <a:lvl3pPr marL="1005840" indent="0" algn="ctr">
              <a:buNone/>
              <a:defRPr sz="1980"/>
            </a:lvl3pPr>
            <a:lvl4pPr marL="1508760" indent="0" algn="ctr">
              <a:buNone/>
              <a:defRPr sz="1760"/>
            </a:lvl4pPr>
            <a:lvl5pPr marL="2011680" indent="0" algn="ctr">
              <a:buNone/>
              <a:defRPr sz="1760"/>
            </a:lvl5pPr>
            <a:lvl6pPr marL="2514600" indent="0" algn="ctr">
              <a:buNone/>
              <a:defRPr sz="1760"/>
            </a:lvl6pPr>
            <a:lvl7pPr marL="3017520" indent="0" algn="ctr">
              <a:buNone/>
              <a:defRPr sz="1760"/>
            </a:lvl7pPr>
            <a:lvl8pPr marL="3520440" indent="0" algn="ctr">
              <a:buNone/>
              <a:defRPr sz="1760"/>
            </a:lvl8pPr>
            <a:lvl9pPr marL="4023360" indent="0" algn="ctr">
              <a:buNone/>
              <a:defRPr sz="176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34540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9314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277" y="3875409"/>
            <a:ext cx="8675370" cy="6466204"/>
          </a:xfrm>
        </p:spPr>
        <p:txBody>
          <a:bodyPr anchor="b"/>
          <a:lstStyle>
            <a:lvl1pPr>
              <a:defRPr sz="66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6277" y="10402786"/>
            <a:ext cx="8675370" cy="3400424"/>
          </a:xfrm>
        </p:spPr>
        <p:txBody>
          <a:bodyPr/>
          <a:lstStyle>
            <a:lvl1pPr marL="0" indent="0">
              <a:buNone/>
              <a:defRPr sz="2640">
                <a:solidFill>
                  <a:schemeClr val="tx1"/>
                </a:solidFill>
              </a:defRPr>
            </a:lvl1pPr>
            <a:lvl2pPr marL="50292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2pPr>
            <a:lvl3pPr marL="1005840" indent="0">
              <a:buNone/>
              <a:defRPr sz="1980">
                <a:solidFill>
                  <a:schemeClr val="tx1">
                    <a:tint val="75000"/>
                  </a:schemeClr>
                </a:solidFill>
              </a:defRPr>
            </a:lvl3pPr>
            <a:lvl4pPr marL="15087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4pPr>
            <a:lvl5pPr marL="201168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5pPr>
            <a:lvl6pPr marL="251460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6pPr>
            <a:lvl7pPr marL="301752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7pPr>
            <a:lvl8pPr marL="352044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8pPr>
            <a:lvl9pPr marL="40233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26235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1515" y="4138083"/>
            <a:ext cx="4274820" cy="98630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92065" y="4138083"/>
            <a:ext cx="4274820" cy="98630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13330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827620"/>
            <a:ext cx="8675370" cy="300460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2826" y="3810636"/>
            <a:ext cx="4255174" cy="1867534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2826" y="5678170"/>
            <a:ext cx="4255174" cy="83517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92066" y="3810636"/>
            <a:ext cx="4276130" cy="1867534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92066" y="5678170"/>
            <a:ext cx="4276130" cy="83517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46602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51491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14493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1036320"/>
            <a:ext cx="3244096" cy="362712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6130" y="2238167"/>
            <a:ext cx="5092065" cy="11046883"/>
          </a:xfrm>
        </p:spPr>
        <p:txBody>
          <a:bodyPr/>
          <a:lstStyle>
            <a:lvl1pPr>
              <a:defRPr sz="3520"/>
            </a:lvl1pPr>
            <a:lvl2pPr>
              <a:defRPr sz="3080"/>
            </a:lvl2pPr>
            <a:lvl3pPr>
              <a:defRPr sz="264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4663440"/>
            <a:ext cx="3244096" cy="8639599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93685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1036320"/>
            <a:ext cx="3244096" cy="362712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76130" y="2238167"/>
            <a:ext cx="5092065" cy="11046883"/>
          </a:xfrm>
        </p:spPr>
        <p:txBody>
          <a:bodyPr anchor="t"/>
          <a:lstStyle>
            <a:lvl1pPr marL="0" indent="0">
              <a:buNone/>
              <a:defRPr sz="3520"/>
            </a:lvl1pPr>
            <a:lvl2pPr marL="502920" indent="0">
              <a:buNone/>
              <a:defRPr sz="3080"/>
            </a:lvl2pPr>
            <a:lvl3pPr marL="1005840" indent="0">
              <a:buNone/>
              <a:defRPr sz="2640"/>
            </a:lvl3pPr>
            <a:lvl4pPr marL="1508760" indent="0">
              <a:buNone/>
              <a:defRPr sz="2200"/>
            </a:lvl4pPr>
            <a:lvl5pPr marL="2011680" indent="0">
              <a:buNone/>
              <a:defRPr sz="2200"/>
            </a:lvl5pPr>
            <a:lvl6pPr marL="2514600" indent="0">
              <a:buNone/>
              <a:defRPr sz="2200"/>
            </a:lvl6pPr>
            <a:lvl7pPr marL="3017520" indent="0">
              <a:buNone/>
              <a:defRPr sz="2200"/>
            </a:lvl7pPr>
            <a:lvl8pPr marL="3520440" indent="0">
              <a:buNone/>
              <a:defRPr sz="2200"/>
            </a:lvl8pPr>
            <a:lvl9pPr marL="4023360" indent="0">
              <a:buNone/>
              <a:defRPr sz="22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4663440"/>
            <a:ext cx="3244096" cy="8639599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95248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88738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8043" y="827617"/>
            <a:ext cx="2168843" cy="13173499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1515" y="827617"/>
            <a:ext cx="6380798" cy="13173499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969354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1515" y="827620"/>
            <a:ext cx="8675370" cy="30046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515" y="4138083"/>
            <a:ext cx="8675370" cy="98630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1515" y="14407730"/>
            <a:ext cx="2263140" cy="8276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31845" y="14407730"/>
            <a:ext cx="3394710" cy="8276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3745" y="14407730"/>
            <a:ext cx="2263140" cy="8276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793591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005840" rtl="0" eaLnBrk="1" latinLnBrk="0" hangingPunct="1">
        <a:lnSpc>
          <a:spcPct val="90000"/>
        </a:lnSpc>
        <a:spcBef>
          <a:spcPct val="0"/>
        </a:spcBef>
        <a:buNone/>
        <a:defRPr sz="4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460" indent="-251460" algn="l" defTabSz="100584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3080" kern="1200">
          <a:solidFill>
            <a:schemeClr val="tx1"/>
          </a:solidFill>
          <a:latin typeface="+mn-lt"/>
          <a:ea typeface="+mn-ea"/>
          <a:cs typeface="+mn-cs"/>
        </a:defRPr>
      </a:lvl1pPr>
      <a:lvl2pPr marL="7543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64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02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26314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76606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2689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7719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2748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3pPr>
      <a:lvl4pPr marL="15087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01168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0175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5204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0233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D7AE1-B5EA-59D4-5580-A6E082708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ángulo 23">
            <a:extLst>
              <a:ext uri="{FF2B5EF4-FFF2-40B4-BE49-F238E27FC236}">
                <a16:creationId xmlns:a16="http://schemas.microsoft.com/office/drawing/2014/main" id="{6D9392C8-6EF3-B91C-CF7C-8957F80AFBCB}"/>
              </a:ext>
            </a:extLst>
          </p:cNvPr>
          <p:cNvSpPr/>
          <p:nvPr/>
        </p:nvSpPr>
        <p:spPr>
          <a:xfrm>
            <a:off x="175845" y="211014"/>
            <a:ext cx="9720000" cy="1512000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grpSp>
        <p:nvGrpSpPr>
          <p:cNvPr id="1393" name="Grupo 481 c538">
            <a:extLst>
              <a:ext uri="{FF2B5EF4-FFF2-40B4-BE49-F238E27FC236}">
                <a16:creationId xmlns:a16="http://schemas.microsoft.com/office/drawing/2014/main" id="{5241BC75-1661-5A41-0B6C-FFD1BC194FD6}"/>
              </a:ext>
            </a:extLst>
          </p:cNvPr>
          <p:cNvGrpSpPr/>
          <p:nvPr/>
        </p:nvGrpSpPr>
        <p:grpSpPr>
          <a:xfrm>
            <a:off x="175845" y="211014"/>
            <a:ext cx="1728000" cy="1080000"/>
            <a:chOff x="175835" y="225671"/>
            <a:chExt cx="1800000" cy="1080000"/>
          </a:xfrm>
        </p:grpSpPr>
        <p:grpSp>
          <p:nvGrpSpPr>
            <p:cNvPr id="1394" name="Grupo 482 c539">
              <a:extLst>
                <a:ext uri="{FF2B5EF4-FFF2-40B4-BE49-F238E27FC236}">
                  <a16:creationId xmlns:a16="http://schemas.microsoft.com/office/drawing/2014/main" id="{6FF66AC8-049B-1BC7-DCE4-A26C05F988ED}"/>
                </a:ext>
              </a:extLst>
            </p:cNvPr>
            <p:cNvGrpSpPr/>
            <p:nvPr/>
          </p:nvGrpSpPr>
          <p:grpSpPr>
            <a:xfrm>
              <a:off x="175835" y="225671"/>
              <a:ext cx="1800000" cy="1080000"/>
              <a:chOff x="833362" y="1979982"/>
              <a:chExt cx="1800000" cy="1080000"/>
            </a:xfrm>
          </p:grpSpPr>
          <p:grpSp>
            <p:nvGrpSpPr>
              <p:cNvPr id="960" name="Grupo 488 c540">
                <a:extLst>
                  <a:ext uri="{FF2B5EF4-FFF2-40B4-BE49-F238E27FC236}">
                    <a16:creationId xmlns:a16="http://schemas.microsoft.com/office/drawing/2014/main" id="{3F54F9B5-026D-1F28-7FF4-8DEF43AF2492}"/>
                  </a:ext>
                </a:extLst>
              </p:cNvPr>
              <p:cNvGrpSpPr/>
              <p:nvPr/>
            </p:nvGrpSpPr>
            <p:grpSpPr>
              <a:xfrm>
                <a:off x="833362" y="1979982"/>
                <a:ext cx="1800000" cy="1080000"/>
                <a:chOff x="7624558" y="922047"/>
                <a:chExt cx="1280248" cy="481378"/>
              </a:xfrm>
            </p:grpSpPr>
            <p:sp>
              <p:nvSpPr>
                <p:cNvPr id="962" name="Freeform 2 c541">
                  <a:extLst>
                    <a:ext uri="{FF2B5EF4-FFF2-40B4-BE49-F238E27FC236}">
                      <a16:creationId xmlns:a16="http://schemas.microsoft.com/office/drawing/2014/main" id="{7B0A9B85-44B1-D690-D495-7FCE45DEF10E}"/>
                    </a:ext>
                  </a:extLst>
                </p:cNvPr>
                <p:cNvSpPr/>
                <p:nvPr/>
              </p:nvSpPr>
              <p:spPr>
                <a:xfrm>
                  <a:off x="7624558" y="922047"/>
                  <a:ext cx="1280248" cy="48137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9968" h="361935">
                      <a:moveTo>
                        <a:pt x="0" y="0"/>
                      </a:moveTo>
                      <a:lnTo>
                        <a:pt x="849968" y="0"/>
                      </a:lnTo>
                      <a:lnTo>
                        <a:pt x="849968" y="361935"/>
                      </a:lnTo>
                      <a:lnTo>
                        <a:pt x="0" y="3619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blipFill>
                  <a:blip r:embed="rId2"/>
                  <a:stretch>
                    <a:fillRect l="-95588" t="-199699" r="-208483" b="-233807"/>
                  </a:stretch>
                </a:blipFill>
                <a:ln w="9525" cap="sq">
                  <a:solidFill>
                    <a:srgbClr val="1D70AE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s-MX" noProof="0" dirty="0"/>
                </a:p>
              </p:txBody>
            </p:sp>
            <p:sp>
              <p:nvSpPr>
                <p:cNvPr id="963" name="Freeform 3 c542">
                  <a:extLst>
                    <a:ext uri="{FF2B5EF4-FFF2-40B4-BE49-F238E27FC236}">
                      <a16:creationId xmlns:a16="http://schemas.microsoft.com/office/drawing/2014/main" id="{64ACE4B9-540E-E309-7125-EE0E5107C336}"/>
                    </a:ext>
                  </a:extLst>
                </p:cNvPr>
                <p:cNvSpPr/>
                <p:nvPr/>
              </p:nvSpPr>
              <p:spPr>
                <a:xfrm>
                  <a:off x="7688747" y="957345"/>
                  <a:ext cx="33759" cy="577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518" h="57747">
                      <a:moveTo>
                        <a:pt x="0" y="0"/>
                      </a:moveTo>
                      <a:lnTo>
                        <a:pt x="24518" y="0"/>
                      </a:lnTo>
                      <a:lnTo>
                        <a:pt x="24518" y="57746"/>
                      </a:lnTo>
                      <a:lnTo>
                        <a:pt x="0" y="577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blipFill>
                  <a:blip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a:blipFill>
              </p:spPr>
              <p:txBody>
                <a:bodyPr/>
                <a:lstStyle/>
                <a:p>
                  <a:endParaRPr lang="es-MX" noProof="0" dirty="0"/>
                </a:p>
              </p:txBody>
            </p:sp>
            <p:sp>
              <p:nvSpPr>
                <p:cNvPr id="964" name="TextBox 6 c543">
                  <a:extLst>
                    <a:ext uri="{FF2B5EF4-FFF2-40B4-BE49-F238E27FC236}">
                      <a16:creationId xmlns:a16="http://schemas.microsoft.com/office/drawing/2014/main" id="{42FD8D0E-F3DE-D9C2-AD3E-1AB8EC8BE96C}"/>
                    </a:ext>
                  </a:extLst>
                </p:cNvPr>
                <p:cNvSpPr txBox="1"/>
                <p:nvPr/>
              </p:nvSpPr>
              <p:spPr>
                <a:xfrm>
                  <a:off x="7878921" y="1229093"/>
                  <a:ext cx="404602" cy="41326"/>
                </a:xfrm>
                <a:prstGeom prst="rect">
                  <a:avLst/>
                </a:prstGeom>
              </p:spPr>
              <p:txBody>
                <a:bodyPr wrap="square" lIns="0" tIns="0" rIns="0" bIns="0" rtlCol="0" anchor="t">
                  <a:spAutoFit/>
                </a:bodyPr>
                <a:lstStyle/>
                <a:p>
                  <a:pPr>
                    <a:lnSpc>
                      <a:spcPts val="669"/>
                    </a:lnSpc>
                  </a:pPr>
                  <a:r>
                    <a:rPr lang="es-MX" sz="750" noProof="0" dirty="0">
                      <a:solidFill>
                        <a:srgbClr val="000000"/>
                      </a:solidFill>
                      <a:latin typeface="Century Gothic Paneuropean Bold"/>
                      <a:ea typeface="Century Gothic Paneuropean Bold"/>
                      <a:cs typeface="Century Gothic Paneuropean Bold"/>
                      <a:sym typeface="Century Gothic Paneuropean Bold"/>
                    </a:rPr>
                    <a:t>{{LOT}}</a:t>
                  </a:r>
                </a:p>
              </p:txBody>
            </p:sp>
            <p:sp>
              <p:nvSpPr>
                <p:cNvPr id="965" name="TextBox 8 c544">
                  <a:extLst>
                    <a:ext uri="{FF2B5EF4-FFF2-40B4-BE49-F238E27FC236}">
                      <a16:creationId xmlns:a16="http://schemas.microsoft.com/office/drawing/2014/main" id="{75A25515-074A-8568-E8D5-5ECDB19151A6}"/>
                    </a:ext>
                  </a:extLst>
                </p:cNvPr>
                <p:cNvSpPr txBox="1"/>
                <p:nvPr/>
              </p:nvSpPr>
              <p:spPr>
                <a:xfrm>
                  <a:off x="7719795" y="1044800"/>
                  <a:ext cx="1111041" cy="128151"/>
                </a:xfrm>
                <a:prstGeom prst="rect">
                  <a:avLst/>
                </a:prstGeom>
              </p:spPr>
              <p:txBody>
                <a:bodyPr wrap="square" lIns="0" tIns="0" rIns="0" bIns="0" rtlCol="0" anchor="t">
                  <a:spAutoFit/>
                </a:bodyPr>
                <a:lstStyle/>
                <a:p>
                  <a:pPr algn="ctr">
                    <a:lnSpc>
                      <a:spcPts val="655"/>
                    </a:lnSpc>
                  </a:pPr>
                  <a:r>
                    <a:rPr lang="es-MX" sz="1200" b="1" noProof="0" dirty="0">
                      <a:solidFill>
                        <a:srgbClr val="0F1316"/>
                      </a:solidFill>
                      <a:latin typeface="Century Gothic Paneuropean Bold"/>
                      <a:ea typeface="Century Gothic Paneuropean Bold"/>
                      <a:cs typeface="Century Gothic Paneuropean Bold"/>
                      <a:sym typeface="Century Gothic Paneuropean Bold"/>
                    </a:rPr>
                    <a:t>Buffer de</a:t>
                  </a:r>
                </a:p>
                <a:p>
                  <a:pPr algn="ctr">
                    <a:lnSpc>
                      <a:spcPts val="655"/>
                    </a:lnSpc>
                  </a:pPr>
                  <a:r>
                    <a:rPr lang="es-MX" sz="1200" b="1" noProof="0" dirty="0">
                      <a:solidFill>
                        <a:srgbClr val="0F1316"/>
                      </a:solidFill>
                      <a:latin typeface="Century Gothic Paneuropean Bold"/>
                      <a:ea typeface="Century Gothic Paneuropean Bold"/>
                      <a:cs typeface="Century Gothic Paneuropean Bold"/>
                      <a:sym typeface="Century Gothic Paneuropean Bold"/>
                    </a:rPr>
                    <a:t> </a:t>
                  </a:r>
                </a:p>
                <a:p>
                  <a:pPr algn="ctr">
                    <a:lnSpc>
                      <a:spcPts val="655"/>
                    </a:lnSpc>
                  </a:pPr>
                  <a:r>
                    <a:rPr lang="es-MX" sz="1200" b="1" dirty="0">
                      <a:solidFill>
                        <a:srgbClr val="0F1316"/>
                      </a:solidFill>
                      <a:latin typeface="Century Gothic Paneuropean Bold"/>
                      <a:ea typeface="Century Gothic Paneuropean Bold"/>
                      <a:cs typeface="Century Gothic Paneuropean Bold"/>
                      <a:sym typeface="Century Gothic Paneuropean Bold"/>
                    </a:rPr>
                    <a:t>{{NAME}}</a:t>
                  </a:r>
                  <a:endParaRPr lang="es-MX" sz="1200" b="1" noProof="0" dirty="0">
                    <a:solidFill>
                      <a:srgbClr val="0F1316"/>
                    </a:solidFill>
                    <a:latin typeface="Century Gothic Paneuropean Bold"/>
                    <a:ea typeface="Century Gothic Paneuropean Bold"/>
                    <a:cs typeface="Century Gothic Paneuropean Bold"/>
                    <a:sym typeface="Century Gothic Paneuropean Bold"/>
                  </a:endParaRPr>
                </a:p>
              </p:txBody>
            </p:sp>
            <p:sp>
              <p:nvSpPr>
                <p:cNvPr id="966" name="TextBox 9 c545">
                  <a:extLst>
                    <a:ext uri="{FF2B5EF4-FFF2-40B4-BE49-F238E27FC236}">
                      <a16:creationId xmlns:a16="http://schemas.microsoft.com/office/drawing/2014/main" id="{B4AD4E5E-72AF-816E-28B7-387508D8681E}"/>
                    </a:ext>
                  </a:extLst>
                </p:cNvPr>
                <p:cNvSpPr txBox="1"/>
                <p:nvPr/>
              </p:nvSpPr>
              <p:spPr>
                <a:xfrm>
                  <a:off x="7719795" y="985985"/>
                  <a:ext cx="211076" cy="21921"/>
                </a:xfrm>
                <a:prstGeom prst="rect">
                  <a:avLst/>
                </a:prstGeom>
              </p:spPr>
              <p:txBody>
                <a:bodyPr wrap="square" lIns="0" tIns="0" rIns="0" bIns="0" rtlCol="0" anchor="t">
                  <a:spAutoFit/>
                </a:bodyPr>
                <a:lstStyle/>
                <a:p>
                  <a:pPr algn="ctr">
                    <a:lnSpc>
                      <a:spcPts val="268"/>
                    </a:lnSpc>
                    <a:spcBef>
                      <a:spcPct val="0"/>
                    </a:spcBef>
                  </a:pPr>
                  <a:r>
                    <a:rPr lang="es-MX" sz="600" noProof="0" dirty="0">
                      <a:solidFill>
                        <a:srgbClr val="000000"/>
                      </a:solidFill>
                      <a:latin typeface="Century Gothic Paneuropean"/>
                      <a:ea typeface="Century Gothic Paneuropean"/>
                      <a:cs typeface="Century Gothic Paneuropean"/>
                      <a:sym typeface="Century Gothic Paneuropean"/>
                    </a:rPr>
                    <a:t>2-30°C</a:t>
                  </a:r>
                </a:p>
              </p:txBody>
            </p:sp>
          </p:grpSp>
          <p:sp>
            <p:nvSpPr>
              <p:cNvPr id="961" name="TextBox 6 c546">
                <a:extLst>
                  <a:ext uri="{FF2B5EF4-FFF2-40B4-BE49-F238E27FC236}">
                    <a16:creationId xmlns:a16="http://schemas.microsoft.com/office/drawing/2014/main" id="{C0D7861F-4164-120C-F165-8C7EBEF389F5}"/>
                  </a:ext>
                </a:extLst>
              </p:cNvPr>
              <p:cNvSpPr txBox="1"/>
              <p:nvPr/>
            </p:nvSpPr>
            <p:spPr>
              <a:xfrm>
                <a:off x="957489" y="2668865"/>
                <a:ext cx="208456" cy="91051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 anchor="t">
                <a:spAutoFit/>
              </a:bodyPr>
              <a:lstStyle/>
              <a:p>
                <a:pPr algn="ctr">
                  <a:lnSpc>
                    <a:spcPts val="669"/>
                  </a:lnSpc>
                </a:pPr>
                <a:r>
                  <a:rPr lang="es-MX" sz="700" b="1" noProof="0" dirty="0">
                    <a:solidFill>
                      <a:srgbClr val="000000"/>
                    </a:solidFill>
                    <a:latin typeface="Century Gothic Paneuropean Bold"/>
                    <a:ea typeface="Century Gothic Paneuropean Bold"/>
                    <a:cs typeface="Century Gothic Paneuropean Bold"/>
                    <a:sym typeface="Century Gothic Paneuropean Bold"/>
                  </a:rPr>
                  <a:t>LOT</a:t>
                </a:r>
              </a:p>
            </p:txBody>
          </p:sp>
        </p:grpSp>
        <p:sp>
          <p:nvSpPr>
            <p:cNvPr id="1395" name="TextBox 13 c547">
              <a:extLst>
                <a:ext uri="{FF2B5EF4-FFF2-40B4-BE49-F238E27FC236}">
                  <a16:creationId xmlns:a16="http://schemas.microsoft.com/office/drawing/2014/main" id="{85A44D83-D34E-A75D-7DDA-25F1520C78A1}"/>
                </a:ext>
              </a:extLst>
            </p:cNvPr>
            <p:cNvSpPr txBox="1"/>
            <p:nvPr/>
          </p:nvSpPr>
          <p:spPr>
            <a:xfrm>
              <a:off x="994679" y="1040878"/>
              <a:ext cx="695614" cy="16966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1532"/>
                </a:lnSpc>
              </a:pPr>
              <a:r>
                <a:rPr lang="es-MX" sz="750" dirty="0">
                  <a:solidFill>
                    <a:srgbClr val="000000"/>
                  </a:solidFill>
                  <a:latin typeface="Century Gothic Paneuropean"/>
                  <a:ea typeface="Century Gothic Paneuropean"/>
                  <a:cs typeface="Century Gothic Paneuropean"/>
                  <a:sym typeface="Century Gothic Paneuropean"/>
                </a:rPr>
                <a:t>{{CADUCIDAD}}</a:t>
              </a:r>
              <a:endParaRPr lang="es-MX" sz="750" noProof="0" dirty="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endParaRPr>
            </a:p>
          </p:txBody>
        </p:sp>
        <p:sp>
          <p:nvSpPr>
            <p:cNvPr id="1396" name="Freeform 14 c548">
              <a:extLst>
                <a:ext uri="{FF2B5EF4-FFF2-40B4-BE49-F238E27FC236}">
                  <a16:creationId xmlns:a16="http://schemas.microsoft.com/office/drawing/2014/main" id="{E880DDDA-5D7C-7A0E-2BC8-134D4081AF8A}"/>
                </a:ext>
              </a:extLst>
            </p:cNvPr>
            <p:cNvSpPr/>
            <p:nvPr/>
          </p:nvSpPr>
          <p:spPr>
            <a:xfrm>
              <a:off x="869145" y="1086232"/>
              <a:ext cx="127836" cy="143878"/>
            </a:xfrm>
            <a:custGeom>
              <a:avLst/>
              <a:gdLst/>
              <a:ahLst/>
              <a:cxnLst/>
              <a:rect l="l" t="t" r="r" b="b"/>
              <a:pathLst>
                <a:path w="184114" h="197343">
                  <a:moveTo>
                    <a:pt x="0" y="0"/>
                  </a:moveTo>
                  <a:lnTo>
                    <a:pt x="184114" y="0"/>
                  </a:lnTo>
                  <a:lnTo>
                    <a:pt x="184114" y="197343"/>
                  </a:lnTo>
                  <a:lnTo>
                    <a:pt x="0" y="1973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biLevel thresh="50000"/>
              </a:blip>
              <a:stretch>
                <a:fillRect l="-23278" t="-17131" r="-22699" b="-19060"/>
              </a:stretch>
            </a:blipFill>
          </p:spPr>
          <p:txBody>
            <a:bodyPr/>
            <a:lstStyle/>
            <a:p>
              <a:endParaRPr lang="es-MX" noProof="0" dirty="0"/>
            </a:p>
          </p:txBody>
        </p:sp>
        <p:sp>
          <p:nvSpPr>
            <p:cNvPr id="1397" name="TextBox 6 c549">
              <a:extLst>
                <a:ext uri="{FF2B5EF4-FFF2-40B4-BE49-F238E27FC236}">
                  <a16:creationId xmlns:a16="http://schemas.microsoft.com/office/drawing/2014/main" id="{BB72CD4F-97B1-FDCC-FC5E-3A67387BD8A0}"/>
                </a:ext>
              </a:extLst>
            </p:cNvPr>
            <p:cNvSpPr txBox="1"/>
            <p:nvPr/>
          </p:nvSpPr>
          <p:spPr>
            <a:xfrm>
              <a:off x="1572892" y="916565"/>
              <a:ext cx="300757" cy="9444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669"/>
                </a:lnSpc>
              </a:pPr>
              <a:r>
                <a:rPr lang="es-MX" sz="750" noProof="0" dirty="0">
                  <a:solidFill>
                    <a:srgbClr val="000000"/>
                  </a:solidFill>
                  <a:latin typeface="Century Gothic Paneuropean Bold"/>
                  <a:ea typeface="Century Gothic Paneuropean Bold"/>
                  <a:cs typeface="Century Gothic Paneuropean Bold"/>
                  <a:sym typeface="Century Gothic Paneuropean Bold"/>
                </a:rPr>
                <a:t>3 </a:t>
              </a:r>
              <a:r>
                <a:rPr lang="es-MX" sz="750" noProof="0" dirty="0" err="1">
                  <a:solidFill>
                    <a:srgbClr val="000000"/>
                  </a:solidFill>
                  <a:latin typeface="Century Gothic Paneuropean Bold"/>
                  <a:ea typeface="Century Gothic Paneuropean Bold"/>
                  <a:cs typeface="Century Gothic Paneuropean Bold"/>
                  <a:sym typeface="Century Gothic Paneuropean Bold"/>
                </a:rPr>
                <a:t>mL</a:t>
              </a:r>
              <a:endParaRPr lang="es-MX" sz="750" noProof="0" dirty="0">
                <a:solidFill>
                  <a:srgbClr val="000000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endParaRPr>
            </a:p>
          </p:txBody>
        </p:sp>
        <p:sp>
          <p:nvSpPr>
            <p:cNvPr id="1398" name="Freeform 28 c550">
              <a:extLst>
                <a:ext uri="{FF2B5EF4-FFF2-40B4-BE49-F238E27FC236}">
                  <a16:creationId xmlns:a16="http://schemas.microsoft.com/office/drawing/2014/main" id="{80CE98B8-DC56-338F-0E3B-02B679F32085}"/>
                </a:ext>
              </a:extLst>
            </p:cNvPr>
            <p:cNvSpPr/>
            <p:nvPr/>
          </p:nvSpPr>
          <p:spPr>
            <a:xfrm>
              <a:off x="1377805" y="898841"/>
              <a:ext cx="220073" cy="122476"/>
            </a:xfrm>
            <a:custGeom>
              <a:avLst/>
              <a:gdLst/>
              <a:ahLst/>
              <a:cxnLst/>
              <a:rect l="l" t="t" r="r" b="b"/>
              <a:pathLst>
                <a:path w="293431" h="163301">
                  <a:moveTo>
                    <a:pt x="0" y="0"/>
                  </a:moveTo>
                  <a:lnTo>
                    <a:pt x="293431" y="0"/>
                  </a:lnTo>
                  <a:lnTo>
                    <a:pt x="293431" y="163301"/>
                  </a:lnTo>
                  <a:lnTo>
                    <a:pt x="0" y="1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s-MX" noProof="0" dirty="0"/>
            </a:p>
          </p:txBody>
        </p:sp>
        <p:sp>
          <p:nvSpPr>
            <p:cNvPr id="1399" name="Rectángulo 487 c551">
              <a:extLst>
                <a:ext uri="{FF2B5EF4-FFF2-40B4-BE49-F238E27FC236}">
                  <a16:creationId xmlns:a16="http://schemas.microsoft.com/office/drawing/2014/main" id="{A0B208FF-2E2B-F7E5-58C5-8A18F389CB33}"/>
                </a:ext>
              </a:extLst>
            </p:cNvPr>
            <p:cNvSpPr/>
            <p:nvPr/>
          </p:nvSpPr>
          <p:spPr>
            <a:xfrm>
              <a:off x="309736" y="901025"/>
              <a:ext cx="196301" cy="104579"/>
            </a:xfrm>
            <a:prstGeom prst="rect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MX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226860187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688FAD2-B7F9-4903-987D-CDD9A8C1D57C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02e175be-4b55-470b-b637-951ba24d42e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9417</TotalTime>
  <Words>18</Words>
  <Application>Microsoft Office PowerPoint</Application>
  <PresentationFormat>Personalizado</PresentationFormat>
  <Paragraphs>8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Century Gothic Paneuropean</vt:lpstr>
      <vt:lpstr>Century Gothic Paneuropean Bold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Mery</dc:creator>
  <cp:lastModifiedBy>Mery Olivares</cp:lastModifiedBy>
  <cp:revision>63</cp:revision>
  <dcterms:created xsi:type="dcterms:W3CDTF">2025-07-14T17:28:18Z</dcterms:created>
  <dcterms:modified xsi:type="dcterms:W3CDTF">2026-08-03T14:35:16Z</dcterms:modified>
</cp:coreProperties>
</file>