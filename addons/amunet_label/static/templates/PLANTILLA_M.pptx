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308" r:id="rId2"/>
  </p:sldIdLst>
  <p:sldSz cx="100584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  <p:embeddedFontLst>
    <p:embeddedFont>
      <p:font typeface="Kollektif"/>
      <p:regular r:id="rId8"/>
      <p:bold r:id="rId9"/>
      <p:italic r:id="rId10"/>
      <p:boldItalic r:id="rId11"/>
    </p:embeddedFont>
    <p:embeddedFont>
      <p:font typeface="Now"/>
      <p:regular r:id="rId12"/>
      <p:bold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>
        <p:scale>
          <a:sx n="150" d="100"/>
          <a:sy n="150" d="100"/>
        </p:scale>
        <p:origin x="108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D5F8-7886-481A-93B2-8AEFCAC79255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430463" y="1143000"/>
            <a:ext cx="199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C2715-8E7E-4085-A6D1-F06AC3C2FD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2242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544023"/>
            <a:ext cx="8549640" cy="541189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8164619"/>
            <a:ext cx="7543800" cy="375306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454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31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3875409"/>
            <a:ext cx="8675370" cy="646620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10402786"/>
            <a:ext cx="8675370" cy="340042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623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333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27620"/>
            <a:ext cx="8675370" cy="300460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3810636"/>
            <a:ext cx="4255174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5678170"/>
            <a:ext cx="4255174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3810636"/>
            <a:ext cx="4276130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5678170"/>
            <a:ext cx="4276130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660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149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449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2238167"/>
            <a:ext cx="5092065" cy="110468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368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2238167"/>
            <a:ext cx="5092065" cy="110468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524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873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27617"/>
            <a:ext cx="2168843" cy="1317349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827617"/>
            <a:ext cx="6380798" cy="1317349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693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827620"/>
            <a:ext cx="867537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4138083"/>
            <a:ext cx="867537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4407730"/>
            <a:ext cx="339471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935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7833-0EC3-095A-F52D-D37C935E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C24A7CDF-BC72-5F6F-E544-C9DA31A3F69D}"/>
              </a:ext>
            </a:extLst>
          </p:cNvPr>
          <p:cNvSpPr/>
          <p:nvPr/>
        </p:nvSpPr>
        <p:spPr>
          <a:xfrm>
            <a:off x="175845" y="211014"/>
            <a:ext cx="9720000" cy="15120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grpSp>
        <p:nvGrpSpPr>
          <p:cNvPr id="3501" name="Grupo 3500">
            <a:extLst>
              <a:ext uri="{FF2B5EF4-FFF2-40B4-BE49-F238E27FC236}">
                <a16:creationId xmlns:a16="http://schemas.microsoft.com/office/drawing/2014/main" id="{E9C425ED-32F2-EAEA-4F58-37BE56D577C6}"/>
              </a:ext>
            </a:extLst>
          </p:cNvPr>
          <p:cNvGrpSpPr/>
          <p:nvPr/>
        </p:nvGrpSpPr>
        <p:grpSpPr>
          <a:xfrm>
            <a:off x="185112" y="219443"/>
            <a:ext cx="3229118" cy="2484000"/>
            <a:chOff x="182195" y="259274"/>
            <a:chExt cx="3229118" cy="2484000"/>
          </a:xfrm>
        </p:grpSpPr>
        <p:sp>
          <p:nvSpPr>
            <p:cNvPr id="3502" name="Freeform 3">
              <a:extLst>
                <a:ext uri="{FF2B5EF4-FFF2-40B4-BE49-F238E27FC236}">
                  <a16:creationId xmlns:a16="http://schemas.microsoft.com/office/drawing/2014/main" id="{D21ECAD7-6020-DE37-AEFA-E2593E806F08}"/>
                </a:ext>
              </a:extLst>
            </p:cNvPr>
            <p:cNvSpPr/>
            <p:nvPr/>
          </p:nvSpPr>
          <p:spPr>
            <a:xfrm>
              <a:off x="182195" y="259274"/>
              <a:ext cx="3229118" cy="2484000"/>
            </a:xfrm>
            <a:custGeom>
              <a:avLst/>
              <a:gdLst/>
              <a:ahLst/>
              <a:cxnLst/>
              <a:rect l="l" t="t" r="r" b="b"/>
              <a:pathLst>
                <a:path w="4305491" h="3379603">
                  <a:moveTo>
                    <a:pt x="0" y="0"/>
                  </a:moveTo>
                  <a:lnTo>
                    <a:pt x="4305491" y="0"/>
                  </a:lnTo>
                  <a:lnTo>
                    <a:pt x="4305491" y="3379603"/>
                  </a:lnTo>
                  <a:lnTo>
                    <a:pt x="0" y="3379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tretch>
                <a:fillRect l="-27638" t="-17541" b="-10104"/>
              </a:stretch>
            </a:blipFill>
            <a:ln w="19050" cap="sq">
              <a:solidFill>
                <a:srgbClr val="C7C7C7"/>
              </a:solidFill>
              <a:prstDash val="solid"/>
              <a:miter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3503" name="TextBox 8">
              <a:extLst>
                <a:ext uri="{FF2B5EF4-FFF2-40B4-BE49-F238E27FC236}">
                  <a16:creationId xmlns:a16="http://schemas.microsoft.com/office/drawing/2014/main" id="{11E32DA0-A85C-DE38-7A73-A4BCC5383FBF}"/>
                </a:ext>
              </a:extLst>
            </p:cNvPr>
            <p:cNvSpPr txBox="1"/>
            <p:nvPr/>
          </p:nvSpPr>
          <p:spPr>
            <a:xfrm>
              <a:off x="712366" y="374805"/>
              <a:ext cx="924617" cy="293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</a:pPr>
              <a:r>
                <a:rPr lang="es-MX" sz="1600" spc="36" noProof="0" dirty="0">
                  <a:solidFill>
                    <a:srgbClr val="002060"/>
                  </a:solidFill>
                  <a:latin typeface="Kollektif"/>
                  <a:ea typeface="Kollektif"/>
                  <a:cs typeface="Kollektif"/>
                  <a:sym typeface="Kollektif"/>
                </a:rPr>
                <a:t>Contiene:</a:t>
              </a:r>
            </a:p>
          </p:txBody>
        </p:sp>
        <p:sp>
          <p:nvSpPr>
            <p:cNvPr id="3504" name="TextBox 15">
              <a:extLst>
                <a:ext uri="{FF2B5EF4-FFF2-40B4-BE49-F238E27FC236}">
                  <a16:creationId xmlns:a16="http://schemas.microsoft.com/office/drawing/2014/main" id="{66ED76AC-A2AE-0972-A5EE-925864F2B8E7}"/>
                </a:ext>
              </a:extLst>
            </p:cNvPr>
            <p:cNvSpPr txBox="1"/>
            <p:nvPr/>
          </p:nvSpPr>
          <p:spPr>
            <a:xfrm>
              <a:off x="345616" y="732546"/>
              <a:ext cx="2932347" cy="16405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s-MX" sz="9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-{{N}} Tiras {{PRODUCTO}}</a:t>
              </a:r>
            </a:p>
            <a:p>
              <a:pPr algn="l">
                <a:lnSpc>
                  <a:spcPct val="150000"/>
                </a:lnSpc>
              </a:pPr>
              <a:r>
                <a:rPr lang="es-MX" sz="9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-{{N}} Reactivos secos</a:t>
              </a:r>
            </a:p>
            <a:p>
              <a:pPr algn="l">
                <a:lnSpc>
                  <a:spcPct val="150000"/>
                </a:lnSpc>
              </a:pPr>
              <a:r>
                <a:rPr lang="es-MX" sz="9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-{{N}} Tubos con Solución de corrimiento</a:t>
              </a:r>
            </a:p>
            <a:p>
              <a:pPr algn="l">
                <a:lnSpc>
                  <a:spcPct val="150000"/>
                </a:lnSpc>
              </a:pPr>
              <a:r>
                <a:rPr lang="es-MX" sz="9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-1 Control Positivo</a:t>
              </a:r>
            </a:p>
            <a:p>
              <a:pPr algn="l">
                <a:lnSpc>
                  <a:spcPct val="150000"/>
                </a:lnSpc>
              </a:pPr>
              <a:r>
                <a:rPr lang="es-MX" sz="9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-1 Control Negativo</a:t>
              </a:r>
            </a:p>
            <a:p>
              <a:pPr algn="l">
                <a:lnSpc>
                  <a:spcPct val="150000"/>
                </a:lnSpc>
              </a:pPr>
              <a:r>
                <a:rPr lang="es-MX" sz="9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-1 Reactivo Diluyente</a:t>
              </a:r>
            </a:p>
            <a:p>
              <a:pPr algn="l">
                <a:lnSpc>
                  <a:spcPct val="150000"/>
                </a:lnSpc>
              </a:pPr>
              <a:r>
                <a:rPr lang="es-MX" sz="9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-Kit de Purificación</a:t>
              </a:r>
            </a:p>
            <a:p>
              <a:pPr algn="l">
                <a:lnSpc>
                  <a:spcPct val="150000"/>
                </a:lnSpc>
              </a:pPr>
              <a:r>
                <a:rPr lang="es-MX" sz="9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-Instructivo de uso</a:t>
              </a:r>
            </a:p>
          </p:txBody>
        </p:sp>
        <p:grpSp>
          <p:nvGrpSpPr>
            <p:cNvPr id="6" name="Grupo 4692">
              <a:extLst>
                <a:ext uri="{FF2B5EF4-FFF2-40B4-BE49-F238E27FC236}">
                  <a16:creationId xmlns:a16="http://schemas.microsoft.com/office/drawing/2014/main" id="{6173DCA4-EF1F-BE5F-F67B-2ADD6B3C1068}"/>
                </a:ext>
              </a:extLst>
            </p:cNvPr>
            <p:cNvGrpSpPr/>
            <p:nvPr/>
          </p:nvGrpSpPr>
          <p:grpSpPr>
            <a:xfrm>
              <a:off x="359281" y="2311246"/>
              <a:ext cx="3029995" cy="319765"/>
              <a:chOff x="371981" y="2108046"/>
              <a:chExt cx="3029995" cy="319765"/>
            </a:xfrm>
          </p:grpSpPr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BACAA86E-B9D2-CFCF-7F96-A55DAABC1FDE}"/>
                  </a:ext>
                </a:extLst>
              </p:cNvPr>
              <p:cNvSpPr txBox="1"/>
              <p:nvPr/>
            </p:nvSpPr>
            <p:spPr>
              <a:xfrm>
                <a:off x="1653576" y="2276356"/>
                <a:ext cx="714136" cy="11702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896"/>
                  </a:lnSpc>
                </a:pPr>
                <a:r>
                  <a:rPr lang="es-MX" sz="900" noProof="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{{CADUCIDAD}}</a:t>
                </a:r>
              </a:p>
            </p:txBody>
          </p:sp>
          <p:grpSp>
            <p:nvGrpSpPr>
              <p:cNvPr id="8" name="Group 5">
                <a:extLst>
                  <a:ext uri="{FF2B5EF4-FFF2-40B4-BE49-F238E27FC236}">
                    <a16:creationId xmlns:a16="http://schemas.microsoft.com/office/drawing/2014/main" id="{931E4EF6-53DB-C7BF-FE46-9C977ADE31EC}"/>
                  </a:ext>
                </a:extLst>
              </p:cNvPr>
              <p:cNvGrpSpPr/>
              <p:nvPr/>
            </p:nvGrpSpPr>
            <p:grpSpPr>
              <a:xfrm>
                <a:off x="2388101" y="2108046"/>
                <a:ext cx="374804" cy="310250"/>
                <a:chOff x="0" y="-19050"/>
                <a:chExt cx="74737" cy="61863"/>
              </a:xfrm>
            </p:grpSpPr>
            <p:sp>
              <p:nvSpPr>
                <p:cNvPr id="9" name="Freeform 6">
                  <a:extLst>
                    <a:ext uri="{FF2B5EF4-FFF2-40B4-BE49-F238E27FC236}">
                      <a16:creationId xmlns:a16="http://schemas.microsoft.com/office/drawing/2014/main" id="{0DDE77A0-28D1-2614-025F-B42389D05E6A}"/>
                    </a:ext>
                  </a:extLst>
                </p:cNvPr>
                <p:cNvSpPr/>
                <p:nvPr/>
              </p:nvSpPr>
              <p:spPr>
                <a:xfrm>
                  <a:off x="19529" y="10625"/>
                  <a:ext cx="55208" cy="27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67" h="42813">
                      <a:moveTo>
                        <a:pt x="0" y="0"/>
                      </a:moveTo>
                      <a:lnTo>
                        <a:pt x="60067" y="0"/>
                      </a:lnTo>
                      <a:lnTo>
                        <a:pt x="60067" y="42813"/>
                      </a:lnTo>
                      <a:lnTo>
                        <a:pt x="0" y="42813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2700" cap="sq">
                  <a:solidFill>
                    <a:srgbClr val="00206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s-MX" noProof="0" dirty="0"/>
                </a:p>
              </p:txBody>
            </p:sp>
            <p:sp>
              <p:nvSpPr>
                <p:cNvPr id="10" name="TextBox 7">
                  <a:extLst>
                    <a:ext uri="{FF2B5EF4-FFF2-40B4-BE49-F238E27FC236}">
                      <a16:creationId xmlns:a16="http://schemas.microsoft.com/office/drawing/2014/main" id="{FDD8DF6C-B489-C397-EFF4-FE90CECE0707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0067" cy="61863"/>
                </a:xfrm>
                <a:prstGeom prst="rect">
                  <a:avLst/>
                </a:prstGeom>
              </p:spPr>
              <p:txBody>
                <a:bodyPr lIns="50805" tIns="50805" rIns="50805" bIns="50805" rtlCol="0" anchor="ctr"/>
                <a:lstStyle/>
                <a:p>
                  <a:pPr algn="ctr">
                    <a:lnSpc>
                      <a:spcPts val="1119"/>
                    </a:lnSpc>
                    <a:spcBef>
                      <a:spcPct val="0"/>
                    </a:spcBef>
                  </a:pPr>
                  <a:endParaRPr lang="es-MX" noProof="0" dirty="0"/>
                </a:p>
              </p:txBody>
            </p:sp>
          </p:grpSp>
          <p:sp>
            <p:nvSpPr>
              <p:cNvPr id="11" name="TextBox 9">
                <a:extLst>
                  <a:ext uri="{FF2B5EF4-FFF2-40B4-BE49-F238E27FC236}">
                    <a16:creationId xmlns:a16="http://schemas.microsoft.com/office/drawing/2014/main" id="{FAEF62AE-6A42-4F7E-9A7C-0A03B4E8F905}"/>
                  </a:ext>
                </a:extLst>
              </p:cNvPr>
              <p:cNvSpPr txBox="1"/>
              <p:nvPr/>
            </p:nvSpPr>
            <p:spPr>
              <a:xfrm>
                <a:off x="2787305" y="2257750"/>
                <a:ext cx="614671" cy="13625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1120"/>
                  </a:lnSpc>
                </a:pPr>
                <a:r>
                  <a:rPr lang="es-MX" sz="900" spc="27" noProof="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{{REF}}</a:t>
                </a:r>
              </a:p>
            </p:txBody>
          </p:sp>
          <p:sp>
            <p:nvSpPr>
              <p:cNvPr id="12" name="TextBox 10">
                <a:extLst>
                  <a:ext uri="{FF2B5EF4-FFF2-40B4-BE49-F238E27FC236}">
                    <a16:creationId xmlns:a16="http://schemas.microsoft.com/office/drawing/2014/main" id="{67D98806-D24C-DBA5-6BFD-E2B2C038FC25}"/>
                  </a:ext>
                </a:extLst>
              </p:cNvPr>
              <p:cNvSpPr txBox="1"/>
              <p:nvPr/>
            </p:nvSpPr>
            <p:spPr>
              <a:xfrm>
                <a:off x="751741" y="2276356"/>
                <a:ext cx="708072" cy="11702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896"/>
                  </a:lnSpc>
                </a:pPr>
                <a:r>
                  <a:rPr lang="es-MX" sz="900" noProof="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{{LOT}}</a:t>
                </a:r>
              </a:p>
            </p:txBody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678711C5-2255-690C-1ABB-740FFBD0B3C4}"/>
                  </a:ext>
                </a:extLst>
              </p:cNvPr>
              <p:cNvSpPr txBox="1"/>
              <p:nvPr/>
            </p:nvSpPr>
            <p:spPr>
              <a:xfrm>
                <a:off x="371981" y="2108046"/>
                <a:ext cx="301239" cy="310250"/>
              </a:xfrm>
              <a:prstGeom prst="rect">
                <a:avLst/>
              </a:prstGeom>
            </p:spPr>
            <p:txBody>
              <a:bodyPr lIns="50805" tIns="50805" rIns="50805" bIns="50805" rtlCol="0" anchor="ctr"/>
              <a:lstStyle/>
              <a:p>
                <a:pPr algn="ctr">
                  <a:lnSpc>
                    <a:spcPts val="1119"/>
                  </a:lnSpc>
                  <a:spcBef>
                    <a:spcPct val="0"/>
                  </a:spcBef>
                </a:pPr>
                <a:endParaRPr lang="es-MX" noProof="0" dirty="0"/>
              </a:p>
            </p:txBody>
          </p:sp>
          <p:sp>
            <p:nvSpPr>
              <p:cNvPr id="14" name="TextBox 16">
                <a:extLst>
                  <a:ext uri="{FF2B5EF4-FFF2-40B4-BE49-F238E27FC236}">
                    <a16:creationId xmlns:a16="http://schemas.microsoft.com/office/drawing/2014/main" id="{F25AED36-A184-0AD4-CB29-C869280268A9}"/>
                  </a:ext>
                </a:extLst>
              </p:cNvPr>
              <p:cNvSpPr txBox="1"/>
              <p:nvPr/>
            </p:nvSpPr>
            <p:spPr>
              <a:xfrm>
                <a:off x="2502963" y="2256807"/>
                <a:ext cx="252498" cy="13292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120"/>
                  </a:lnSpc>
                </a:pPr>
                <a:r>
                  <a:rPr lang="es-MX" sz="800" b="1" spc="35" noProof="0" dirty="0">
                    <a:solidFill>
                      <a:srgbClr val="002060"/>
                    </a:solidFill>
                    <a:latin typeface="Now Bold"/>
                    <a:ea typeface="Now Bold"/>
                    <a:cs typeface="Now Bold"/>
                    <a:sym typeface="Now Bold"/>
                  </a:rPr>
                  <a:t>REF </a:t>
                </a:r>
                <a:r>
                  <a:rPr lang="es-MX" sz="800" spc="35" noProof="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 </a:t>
                </a:r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872DAF1F-8C35-B0FE-0209-1DCB04084C93}"/>
                  </a:ext>
                </a:extLst>
              </p:cNvPr>
              <p:cNvSpPr/>
              <p:nvPr/>
            </p:nvSpPr>
            <p:spPr>
              <a:xfrm>
                <a:off x="1499434" y="2233472"/>
                <a:ext cx="181312" cy="194339"/>
              </a:xfrm>
              <a:custGeom>
                <a:avLst/>
                <a:gdLst/>
                <a:ahLst/>
                <a:cxnLst/>
                <a:rect l="l" t="t" r="r" b="b"/>
                <a:pathLst>
                  <a:path w="241749" h="259119">
                    <a:moveTo>
                      <a:pt x="0" y="0"/>
                    </a:moveTo>
                    <a:lnTo>
                      <a:pt x="241748" y="0"/>
                    </a:lnTo>
                    <a:lnTo>
                      <a:pt x="241748" y="259119"/>
                    </a:lnTo>
                    <a:lnTo>
                      <a:pt x="0" y="25911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 l="-23278" t="-17131" r="-22699" b="-19060"/>
                </a:stretch>
              </a:blipFill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16" name="TextBox 14">
                <a:extLst>
                  <a:ext uri="{FF2B5EF4-FFF2-40B4-BE49-F238E27FC236}">
                    <a16:creationId xmlns:a16="http://schemas.microsoft.com/office/drawing/2014/main" id="{32A8F7D3-F54E-689D-16BD-BB0EC9C90EC3}"/>
                  </a:ext>
                </a:extLst>
              </p:cNvPr>
              <p:cNvSpPr txBox="1"/>
              <p:nvPr/>
            </p:nvSpPr>
            <p:spPr>
              <a:xfrm>
                <a:off x="484176" y="2258472"/>
                <a:ext cx="219724" cy="13292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120"/>
                  </a:lnSpc>
                </a:pPr>
                <a:r>
                  <a:rPr lang="es-MX" sz="800" b="1" spc="35" noProof="0" dirty="0">
                    <a:solidFill>
                      <a:srgbClr val="002060"/>
                    </a:solidFill>
                    <a:latin typeface="Now Bold"/>
                    <a:ea typeface="Now Bold"/>
                    <a:cs typeface="Now Bold"/>
                    <a:sym typeface="Now Bold"/>
                  </a:rPr>
                  <a:t>LOT </a:t>
                </a:r>
                <a:r>
                  <a:rPr lang="es-MX" sz="800" spc="35" noProof="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 </a:t>
                </a:r>
              </a:p>
            </p:txBody>
          </p:sp>
          <p:sp>
            <p:nvSpPr>
              <p:cNvPr id="17" name="Freeform 6">
                <a:extLst>
                  <a:ext uri="{FF2B5EF4-FFF2-40B4-BE49-F238E27FC236}">
                    <a16:creationId xmlns:a16="http://schemas.microsoft.com/office/drawing/2014/main" id="{79FD291A-5D5E-F878-143A-5D601FA401C8}"/>
                  </a:ext>
                </a:extLst>
              </p:cNvPr>
              <p:cNvSpPr/>
              <p:nvPr/>
            </p:nvSpPr>
            <p:spPr>
              <a:xfrm>
                <a:off x="455083" y="2256851"/>
                <a:ext cx="276870" cy="139696"/>
              </a:xfrm>
              <a:custGeom>
                <a:avLst/>
                <a:gdLst/>
                <a:ahLst/>
                <a:cxnLst/>
                <a:rect l="l" t="t" r="r" b="b"/>
                <a:pathLst>
                  <a:path w="60067" h="42813">
                    <a:moveTo>
                      <a:pt x="0" y="0"/>
                    </a:moveTo>
                    <a:lnTo>
                      <a:pt x="60067" y="0"/>
                    </a:lnTo>
                    <a:lnTo>
                      <a:pt x="60067" y="42813"/>
                    </a:lnTo>
                    <a:lnTo>
                      <a:pt x="0" y="4281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 cap="sq">
                <a:solidFill>
                  <a:srgbClr val="00206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83348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9362</TotalTime>
  <Words>53</Words>
  <Application>Microsoft Office PowerPoint</Application>
  <PresentationFormat>Personalizado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Kollektif</vt:lpstr>
      <vt:lpstr>Now</vt:lpstr>
      <vt:lpstr>Now Bold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Mery</dc:creator>
  <cp:lastModifiedBy>Mery Olivares</cp:lastModifiedBy>
  <cp:revision>55</cp:revision>
  <dcterms:created xsi:type="dcterms:W3CDTF">2025-07-14T17:28:18Z</dcterms:created>
  <dcterms:modified xsi:type="dcterms:W3CDTF">2026-07-28T19:31:01Z</dcterms:modified>
</cp:coreProperties>
</file>